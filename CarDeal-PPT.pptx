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67" r:id="rId1"/>
  </p:sldMasterIdLst>
  <p:notesMasterIdLst>
    <p:notesMasterId r:id="rId62"/>
  </p:notesMasterIdLst>
  <p:sldIdLst>
    <p:sldId id="256" r:id="rId2"/>
    <p:sldId id="257" r:id="rId3"/>
    <p:sldId id="299" r:id="rId4"/>
    <p:sldId id="291" r:id="rId5"/>
    <p:sldId id="292" r:id="rId6"/>
    <p:sldId id="295" r:id="rId7"/>
    <p:sldId id="312" r:id="rId8"/>
    <p:sldId id="313" r:id="rId9"/>
    <p:sldId id="294" r:id="rId10"/>
    <p:sldId id="314" r:id="rId11"/>
    <p:sldId id="259" r:id="rId12"/>
    <p:sldId id="260" r:id="rId13"/>
    <p:sldId id="261" r:id="rId14"/>
    <p:sldId id="262" r:id="rId15"/>
    <p:sldId id="263" r:id="rId16"/>
    <p:sldId id="296" r:id="rId17"/>
    <p:sldId id="264" r:id="rId18"/>
    <p:sldId id="297" r:id="rId19"/>
    <p:sldId id="265" r:id="rId20"/>
    <p:sldId id="300" r:id="rId21"/>
    <p:sldId id="266" r:id="rId22"/>
    <p:sldId id="315" r:id="rId23"/>
    <p:sldId id="317" r:id="rId24"/>
    <p:sldId id="318" r:id="rId25"/>
    <p:sldId id="267" r:id="rId26"/>
    <p:sldId id="272" r:id="rId27"/>
    <p:sldId id="268" r:id="rId28"/>
    <p:sldId id="269" r:id="rId29"/>
    <p:sldId id="301" r:id="rId30"/>
    <p:sldId id="316" r:id="rId31"/>
    <p:sldId id="270" r:id="rId32"/>
    <p:sldId id="302" r:id="rId33"/>
    <p:sldId id="303" r:id="rId34"/>
    <p:sldId id="304" r:id="rId35"/>
    <p:sldId id="305" r:id="rId36"/>
    <p:sldId id="306" r:id="rId37"/>
    <p:sldId id="307" r:id="rId38"/>
    <p:sldId id="271" r:id="rId39"/>
    <p:sldId id="319" r:id="rId40"/>
    <p:sldId id="273" r:id="rId41"/>
    <p:sldId id="275" r:id="rId42"/>
    <p:sldId id="276" r:id="rId43"/>
    <p:sldId id="277" r:id="rId44"/>
    <p:sldId id="278" r:id="rId45"/>
    <p:sldId id="320" r:id="rId46"/>
    <p:sldId id="279" r:id="rId47"/>
    <p:sldId id="309" r:id="rId48"/>
    <p:sldId id="321" r:id="rId49"/>
    <p:sldId id="322" r:id="rId50"/>
    <p:sldId id="323" r:id="rId51"/>
    <p:sldId id="324" r:id="rId52"/>
    <p:sldId id="325" r:id="rId53"/>
    <p:sldId id="283" r:id="rId54"/>
    <p:sldId id="284" r:id="rId55"/>
    <p:sldId id="326" r:id="rId56"/>
    <p:sldId id="327" r:id="rId57"/>
    <p:sldId id="328" r:id="rId58"/>
    <p:sldId id="311" r:id="rId59"/>
    <p:sldId id="310" r:id="rId60"/>
    <p:sldId id="290" r:id="rId61"/>
  </p:sldIdLst>
  <p:sldSz cx="12192000" cy="6858000"/>
  <p:notesSz cx="6858000" cy="9144000"/>
  <p:defaultTextStyle>
    <a:lvl1pPr marL="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1pPr>
    <a:lvl2pPr marL="4572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2pPr>
    <a:lvl3pPr marL="9144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3pPr>
    <a:lvl4pPr marL="13716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4pPr>
    <a:lvl5pPr marL="18288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5pPr>
    <a:lvl6pPr marL="22860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6pPr>
    <a:lvl7pPr marL="27432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7pPr>
    <a:lvl8pPr marL="32004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8pPr>
    <a:lvl9pPr marL="36576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smNativeData">
      <pr:smAppRevision xmlns="smNativeData" xmlns:pr="smNativeData" xmlns:p15="http://schemas.microsoft.com/office/powerpoint/2012/main" xmlns:p14="http://schemas.microsoft.com/office/powerpoint/2010/main" xmlns:mc="http://schemas.openxmlformats.org/markup-compatibility/2006" dt="1656524234" val="1046" revOS="4"/>
      <pr:smFileRevision xmlns="smNativeData" xmlns:pr="smNativeData" xmlns:p15="http://schemas.microsoft.com/office/powerpoint/2012/main" xmlns:p14="http://schemas.microsoft.com/office/powerpoint/2010/main" xmlns:mc="http://schemas.openxmlformats.org/markup-compatibility/2006" dt="1656524234" val="101"/>
      <pr:guideOptions xmlns="smNativeData" xmlns:pr="smNativeData" xmlns:p15="http://schemas.microsoft.com/office/powerpoint/2012/main" xmlns:p14="http://schemas.microsoft.com/office/powerpoint/2010/main" xmlns:mc="http://schemas.openxmlformats.org/markup-compatibility/2006" dt="1656524234" snapToBorders="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92" autoAdjust="0"/>
    <p:restoredTop sz="94660"/>
  </p:normalViewPr>
  <p:slideViewPr>
    <p:cSldViewPr snapToGrid="0">
      <p:cViewPr varScale="1">
        <p:scale>
          <a:sx n="105" d="100"/>
          <a:sy n="105" d="100"/>
        </p:scale>
        <p:origin x="744" y="1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3" d="100"/>
        <a:sy n="13" d="100"/>
      </p:scale>
      <p:origin x="0" y="0"/>
    </p:cViewPr>
  </p:sorterViewPr>
  <p:notesViewPr>
    <p:cSldViewPr snapToGrid="0">
      <p:cViewPr>
        <p:scale>
          <a:sx n="56" d="100"/>
          <a:sy n="56" d="100"/>
        </p:scale>
        <p:origin x="378" y="300"/>
      </p:cViewPr>
      <p:guideLst/>
    </p:cSldViewPr>
  </p:notesViewPr>
  <p:gridSpacing cx="71755" cy="7175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4A5935-C5AC-49B6-A03E-085E5378441C}" type="datetimeFigureOut">
              <a:rPr lang="en-US" smtClean="0"/>
              <a:t>5/11/2024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26FBB-B53A-4989-A909-CE94F2A7A516}" type="slidenum">
              <a:rPr lang="en-US" smtClean="0"/>
              <a:t>‹#›</a:t>
            </a:fld>
            <a:endParaRPr lang="en-US"/>
          </a:p>
        </p:txBody>
      </p:sp>
    </p:spTree>
    <p:extLst>
      <p:ext uri="{BB962C8B-B14F-4D97-AF65-F5344CB8AC3E}">
        <p14:creationId xmlns:p14="http://schemas.microsoft.com/office/powerpoint/2010/main" val="1948497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6"/>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C0AAAAAkAAAAEgAAACQAAAASAAAAAAAAAAA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P///wA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P///wB/f38A4t/MA8zMzADAwP8Af39/AAAAAAAAAAAAAAAAAAAAAAAAAAAAIQAAABgAAAAUAAAAbAEAAIABAACMSQAAvCgAABAAAAAmAAAACAAAAP//////////"/>
              </a:ext>
            </a:extLst>
          </p:cNvSpPr>
          <p:nvPr/>
        </p:nvSpPr>
        <p:spPr>
          <a:xfrm>
            <a:off x="231140" y="243840"/>
            <a:ext cx="11724640" cy="6377940"/>
          </a:xfrm>
          <a:prstGeom prst="rect">
            <a:avLst/>
          </a:prstGeom>
          <a:solidFill>
            <a:schemeClr val="bg1"/>
          </a:solidFill>
          <a:ln w="12700" cap="flat" cmpd="sng" algn="ctr">
            <a:solidFill>
              <a:srgbClr val="FFFFFF"/>
            </a:solidFill>
            <a:prstDash val="solid"/>
            <a:headEnd type="none"/>
            <a:tailEnd type="none"/>
          </a:ln>
          <a:effectLst/>
        </p:spPr>
      </p:sp>
      <p:sp>
        <p:nvSpPr>
          <p:cNvPr id="3"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1AYAAG4FAAAkRAAAbhcAABAAAAAmAAAACAAAAIGgAAAAAAAA"/>
              </a:ext>
            </a:extLst>
          </p:cNvSpPr>
          <p:nvPr>
            <p:ph type="ctrTitle"/>
          </p:nvPr>
        </p:nvSpPr>
        <p:spPr>
          <a:xfrm>
            <a:off x="1109980" y="882650"/>
            <a:ext cx="9966960" cy="2926080"/>
          </a:xfrm>
        </p:spPr>
        <p:txBody>
          <a:bodyPr vert="horz" wrap="square" lIns="91440" tIns="45720" rIns="91440" bIns="45720" numCol="1" spcCol="215900" anchor="b">
            <a:prstTxWarp prst="textNoShape">
              <a:avLst/>
            </a:prstTxWarp>
          </a:bodyPr>
          <a:lstStyle>
            <a:lvl1pPr algn="ctr">
              <a:lnSpc>
                <a:spcPct val="85000"/>
              </a:lnSpc>
              <a:defRPr lang="en-us" sz="7200" b="1" i="0" u="none" strike="noStrike" kern="1" cap="all" spc="0" baseline="0">
                <a:solidFill>
                  <a:srgbClr val="DF5327"/>
                </a:solidFill>
                <a:effectLst>
                  <a:outerShdw dist="63500" dir="3600000" algn="tl" rotWithShape="0">
                    <a:srgbClr val="000000">
                      <a:alpha val="40000"/>
                    </a:srgbClr>
                  </a:outerShdw>
                </a:effectLst>
                <a:latin typeface="Corbel" pitchFamily="2" charset="0"/>
                <a:ea typeface="Corbel" pitchFamily="2" charset="0"/>
                <a:cs typeface="Corbel"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4" name="Subtitle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AoAAM4XAAB0QAAAWCAAABAAAAAmAAAACAAAAAGgAAAAAAAA"/>
              </a:ext>
            </a:extLst>
          </p:cNvSpPr>
          <p:nvPr>
            <p:ph type="subTitle" idx="1"/>
          </p:nvPr>
        </p:nvSpPr>
        <p:spPr>
          <a:xfrm>
            <a:off x="1709420" y="3869690"/>
            <a:ext cx="8768080" cy="1388110"/>
          </a:xfrm>
        </p:spPr>
        <p:txBody>
          <a:bodyPr vert="horz" wrap="square" lIns="91440" tIns="45720" rIns="91440" bIns="45720" numCol="1" spcCol="215900" anchor="t">
            <a:prstTxWarp prst="textNoShape">
              <a:avLst/>
            </a:prstTxWarp>
          </a:bodyPr>
          <a:lstStyle>
            <a:lvl1pPr marL="0" indent="0" algn="ctr">
              <a:buNone/>
              <a:defRPr lang="en-us" sz="2200" cap="none">
                <a:solidFill>
                  <a:schemeClr val="accent1"/>
                </a:solidFill>
              </a:defRPr>
            </a:lvl1pPr>
            <a:lvl2pPr marL="457200" indent="0" algn="ctr">
              <a:buNone/>
              <a:defRPr lang="en-us" sz="2200" cap="none"/>
            </a:lvl2pPr>
            <a:lvl3pPr marL="914400" indent="0" algn="ctr">
              <a:buNone/>
              <a:defRPr lang="en-us" sz="2200" cap="none"/>
            </a:lvl3pPr>
            <a:lvl4pPr marL="1371600" indent="0" algn="ctr">
              <a:buNone/>
              <a:defRPr lang="en-us" sz="2000" cap="none"/>
            </a:lvl4pPr>
            <a:lvl5pPr marL="1828800" indent="0" algn="ctr">
              <a:buNone/>
              <a:defRPr lang="en-us" sz="2000" cap="none"/>
            </a:lvl5pPr>
            <a:lvl6pPr marL="2286000" indent="0" algn="ctr">
              <a:buNone/>
              <a:defRPr lang="en-us" sz="2000" cap="none"/>
            </a:lvl6pPr>
            <a:lvl7pPr marL="2743200" indent="0" algn="ctr">
              <a:buNone/>
              <a:defRPr lang="en-us" sz="2000" cap="none"/>
            </a:lvl7pPr>
            <a:lvl8pPr marL="3200400" indent="0" algn="ctr">
              <a:buNone/>
              <a:defRPr lang="en-us" sz="2000" cap="none"/>
            </a:lvl8pPr>
            <a:lvl9pPr marL="3657600" indent="0" algn="ctr">
              <a:buNone/>
              <a:defRPr lang="en-us" sz="2000" cap="none"/>
            </a:lvl9pPr>
          </a:lstStyle>
          <a:p>
            <a:pPr>
              <a:defRPr lang="en-us"/>
            </a:pPr>
            <a:r>
              <a:t>Click to edit Master subtitle style</a:t>
            </a:r>
          </a:p>
        </p:txBody>
      </p:sp>
      <p:sp>
        <p:nvSpPr>
          <p:cNvPr id="5"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CAAAAAAAAA"/>
              </a:ext>
            </a:extLst>
          </p:cNvSpPr>
          <p:nvPr>
            <p:ph type="dt" sz="half" idx="10"/>
          </p:nvPr>
        </p:nvSpPr>
        <p:spPr/>
        <p:txBody>
          <a:bodyPr/>
          <a:lstStyle>
            <a:lvl1pPr>
              <a:defRPr lang="en-us" cap="none">
                <a:solidFill>
                  <a:schemeClr val="accent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2CC61FE9-2164-462D-AFCD-2FBE6525C46D}" type="datetime1">
              <a:rPr lang="en-IN" cap="none" smtClean="0"/>
              <a:t>11-05-2024</a:t>
            </a:fld>
            <a:endParaRPr lang="en-in" cap="none"/>
          </a:p>
        </p:txBody>
      </p:sp>
      <p:sp>
        <p:nvSpPr>
          <p:cNvPr id="6"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GEAZ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CAAAAAAAAA"/>
              </a:ext>
            </a:extLst>
          </p:cNvSpPr>
          <p:nvPr>
            <p:ph type="ftr" sz="quarter" idx="11"/>
          </p:nvPr>
        </p:nvSpPr>
        <p:spPr/>
        <p:txBody>
          <a:bodyPr/>
          <a:lstStyle>
            <a:lvl1pPr>
              <a:defRPr lang="en-us" cap="none">
                <a:solidFill>
                  <a:schemeClr val="accent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endParaRPr lang="en-in" cap="none"/>
          </a:p>
        </p:txBody>
      </p:sp>
      <p:sp>
        <p:nvSpPr>
          <p:cNvPr id="7"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CAAAAAAAAA"/>
              </a:ext>
            </a:extLst>
          </p:cNvSpPr>
          <p:nvPr>
            <p:ph type="sldNum" sz="quarter" idx="12"/>
          </p:nvPr>
        </p:nvSpPr>
        <p:spPr/>
        <p:txBody>
          <a:bodyPr/>
          <a:lstStyle>
            <a:lvl1pPr>
              <a:defRPr lang="en-us" cap="none">
                <a:solidFill>
                  <a:schemeClr val="accent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49BA7458-16A4-EF82-EA02-E0D73A4C1CB5}" type="slidenum">
              <a:rPr lang="en-in" cap="none"/>
              <a:t>‹#›</a:t>
            </a:fld>
            <a:endParaRPr lang="en-in" cap="none"/>
          </a:p>
        </p:txBody>
      </p:sp>
      <p:sp>
        <p:nvSpPr>
          <p:cNvPr id="8" name="Straight Connector 7"/>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nLOAwQ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nLOAV/f38A4t/MA8zMzADAwP8Af39/AAAAAAAAAAAAAAAAAAAAAAAAAAAAIQAAABgAAAAUAAAALAwAAPgWAADMPgAA+BYAABAAAAAmAAAACAAAAP//////////"/>
              </a:ext>
            </a:extLst>
          </p:cNvSpPr>
          <p:nvPr/>
        </p:nvSpPr>
        <p:spPr>
          <a:xfrm>
            <a:off x="1978660" y="3733800"/>
            <a:ext cx="8229600" cy="0"/>
          </a:xfrm>
          <a:prstGeom prst="line">
            <a:avLst/>
          </a:prstGeom>
          <a:noFill/>
          <a:ln w="10160" cap="flat" cmpd="sng" algn="ctr">
            <a:solidFill>
              <a:schemeClr val="accent1"/>
            </a:solidFill>
            <a:prstDash val="solid"/>
            <a:headEnd type="none"/>
            <a:tailEnd type="none"/>
          </a:ln>
          <a:effectLst/>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DAADIQwAAGAwAABAAAAAmAAAACAAAAAAAAAAAAAAA"/>
              </a:ext>
            </a:extLst>
          </p:cNvSpPr>
          <p:nvPr>
            <p:ph type="title"/>
          </p:nvPr>
        </p:nvSpPr>
        <p:spPr/>
        <p:txBody>
          <a:bodyPr/>
          <a:lstStyle/>
          <a:p>
            <a:pPr>
              <a:defRPr lang="en-us"/>
            </a:pPr>
            <a:r>
              <a:t>Click to edit Master title style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KgMAADEQwAAgCUAABAAAAAmAAAACAAAAAAAAAAAAAAA"/>
              </a:ext>
            </a:extLst>
          </p:cNvSpPr>
          <p:nvPr>
            <p:ph idx="1"/>
          </p:nvPr>
        </p:nvSpPr>
        <p:spPr/>
        <p:txBody>
          <a:body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5027E7A3-A927-479D-AF03-F4AB0D5EDE32}" type="datetime1">
              <a:rPr lang="en-IN" cap="none" smtClean="0"/>
              <a:t>11-05-2024</a:t>
            </a:fld>
            <a:endParaRPr lang="en-in" cap="none"/>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CAAcH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30E1-AFA4-EFC6-EA02-59937E4C1C0C}" type="slidenum">
              <a:rPr lang="en-in" cap="none"/>
              <a:t>‹#›</a:t>
            </a:fld>
            <a:endParaRPr lang="en-in" cap="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CAAcH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gYAADgHAAAeRAAAOBkAABAAAAAmAAAACAAAAIGgAAAAAAAA"/>
              </a:ext>
            </a:extLst>
          </p:cNvSpPr>
          <p:nvPr>
            <p:ph type="title"/>
          </p:nvPr>
        </p:nvSpPr>
        <p:spPr>
          <a:xfrm>
            <a:off x="1106170" y="1173480"/>
            <a:ext cx="9966960" cy="2926080"/>
          </a:xfrm>
        </p:spPr>
        <p:txBody>
          <a:bodyPr vert="horz" wrap="square" lIns="91440" tIns="45720" rIns="91440" bIns="45720" numCol="1" spcCol="215900" anchor="b">
            <a:prstTxWarp prst="textNoShape">
              <a:avLst/>
            </a:prstTxWarp>
          </a:bodyPr>
          <a:lstStyle>
            <a:lvl1pPr marL="0" algn="ctr" defTabSz="914400">
              <a:lnSpc>
                <a:spcPct val="85000"/>
              </a:lnSpc>
              <a:spcBef>
                <a:spcPts val="0"/>
              </a:spcBef>
              <a:buNone/>
              <a:tabLst/>
              <a:defRPr lang="en-us" sz="7200" b="1" i="0" u="none" strike="noStrike" kern="1" cap="all" spc="0" baseline="0">
                <a:solidFill>
                  <a:srgbClr val="DF5327"/>
                </a:solidFill>
                <a:effectLst>
                  <a:outerShdw dist="63500" dir="3600000" algn="tl" rotWithShape="0">
                    <a:srgbClr val="000000">
                      <a:alpha val="40000"/>
                    </a:srgbClr>
                  </a:outerShdw>
                </a:effectLst>
                <a:latin typeface="Corbel" pitchFamily="2" charset="0"/>
                <a:ea typeface="Corbel" pitchFamily="2" charset="0"/>
                <a:cs typeface="Corbel"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QoAAI8ZAAB2QAAA8iEAABAAAAAmAAAACAAAAAGgAAAAAAAA"/>
              </a:ext>
            </a:extLst>
          </p:cNvSpPr>
          <p:nvPr>
            <p:ph idx="1"/>
          </p:nvPr>
        </p:nvSpPr>
        <p:spPr>
          <a:xfrm>
            <a:off x="1710055" y="4154805"/>
            <a:ext cx="8768715" cy="1363345"/>
          </a:xfrm>
        </p:spPr>
        <p:txBody>
          <a:bodyPr vert="horz" wrap="square" lIns="91440" tIns="45720" rIns="91440" bIns="45720" numCol="1" spcCol="215900" anchor="t">
            <a:prstTxWarp prst="textNoShape">
              <a:avLst/>
            </a:prstTxWarp>
          </a:bodyPr>
          <a:lstStyle>
            <a:lvl1pPr marL="0" indent="0" algn="ctr">
              <a:buNone/>
              <a:defRPr lang="en-us" sz="2200" cap="none">
                <a:solidFill>
                  <a:schemeClr val="accent1"/>
                </a:solidFill>
              </a:defRPr>
            </a:lvl1pPr>
            <a:lvl2pPr marL="457200" indent="0">
              <a:buNone/>
              <a:defRPr lang="en-us" sz="1800" cap="none">
                <a:solidFill>
                  <a:srgbClr val="8C8C8C"/>
                </a:solidFill>
              </a:defRPr>
            </a:lvl2pPr>
            <a:lvl3pPr marL="914400" indent="0">
              <a:buNone/>
              <a:defRPr lang="en-us" sz="1600" cap="none">
                <a:solidFill>
                  <a:srgbClr val="8C8C8C"/>
                </a:solidFill>
              </a:defRPr>
            </a:lvl3pPr>
            <a:lvl4pPr marL="1371600" indent="0">
              <a:buNone/>
              <a:defRPr lang="en-us" sz="1400" cap="none">
                <a:solidFill>
                  <a:srgbClr val="8C8C8C"/>
                </a:solidFill>
              </a:defRPr>
            </a:lvl4pPr>
            <a:lvl5pPr marL="1828800" indent="0">
              <a:buNone/>
              <a:defRPr lang="en-us" sz="1400" cap="none">
                <a:solidFill>
                  <a:srgbClr val="8C8C8C"/>
                </a:solidFill>
              </a:defRPr>
            </a:lvl5pPr>
            <a:lvl6pPr marL="2286000" indent="0">
              <a:buNone/>
              <a:defRPr lang="en-us" sz="1400" cap="none">
                <a:solidFill>
                  <a:srgbClr val="8C8C8C"/>
                </a:solidFill>
              </a:defRPr>
            </a:lvl6pPr>
            <a:lvl7pPr marL="2743200" indent="0">
              <a:buNone/>
              <a:defRPr lang="en-us" sz="1400" cap="none">
                <a:solidFill>
                  <a:srgbClr val="8C8C8C"/>
                </a:solidFill>
              </a:defRPr>
            </a:lvl7pPr>
            <a:lvl8pPr marL="3200400" indent="0">
              <a:buNone/>
              <a:defRPr lang="en-us" sz="1400" cap="none">
                <a:solidFill>
                  <a:srgbClr val="8C8C8C"/>
                </a:solidFill>
              </a:defRPr>
            </a:lvl8pPr>
            <a:lvl9pPr marL="3657600" indent="0">
              <a:buNone/>
              <a:defRPr lang="en-us" sz="1400" cap="none">
                <a:solidFill>
                  <a:srgbClr val="8C8C8C"/>
                </a:solidFill>
              </a:defRPr>
            </a:lvl9pPr>
          </a:lstStyle>
          <a:p>
            <a:pPr>
              <a:defRPr lang="en-us"/>
            </a:pPr>
            <a:r>
              <a:t>Edit Master text styles</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D2EC733C-3DF3-4D09-A4FB-821CE3459E87}" type="datetime1">
              <a:rPr lang="en-IN" cap="none" smtClean="0"/>
              <a:t>11-05-2024</a:t>
            </a:fld>
            <a:endParaRPr lang="en-in" cap="none"/>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2490-DEA4-EFD2-EA02-28876A4C1C7D}" type="slidenum">
              <a:rPr lang="en-in" cap="none"/>
              <a:t>‹#›</a:t>
            </a:fld>
            <a:endParaRPr lang="en-in" cap="none"/>
          </a:p>
        </p:txBody>
      </p:sp>
      <p:sp>
        <p:nvSpPr>
          <p:cNvPr id="7" name="Straight Connector 6"/>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nLOAwQ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D48L2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nLOAV/f38A4t/MA8zMzADAwP8Af39/AAAAAAAAAAAAAAAAAAAAAAAAAAAAIQAAABgAAAAUAAAAMAwAALsYAADQPgAAuxgAABAAAAAmAAAACAAAAP//////////"/>
              </a:ext>
            </a:extLst>
          </p:cNvSpPr>
          <p:nvPr/>
        </p:nvSpPr>
        <p:spPr>
          <a:xfrm>
            <a:off x="1981200" y="4020185"/>
            <a:ext cx="8229600" cy="0"/>
          </a:xfrm>
          <a:prstGeom prst="line">
            <a:avLst/>
          </a:prstGeom>
          <a:noFill/>
          <a:ln w="10160" cap="flat" cmpd="sng" algn="ctr">
            <a:solidFill>
              <a:schemeClr val="accent1"/>
            </a:solidFill>
            <a:prstDash val="solid"/>
            <a:headEnd type="none"/>
            <a:tailEnd type="none"/>
          </a:ln>
          <a:effectLst/>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DAADIQwAAGAwAABAAAAAmAAAACAAAAAAAAAAAAAAA"/>
              </a:ext>
            </a:extLst>
          </p:cNvSpPr>
          <p:nvPr>
            <p:ph type="title"/>
          </p:nvPr>
        </p:nvSpPr>
        <p:spPr/>
        <p:txBody>
          <a:bodyPr/>
          <a:lstStyle/>
          <a:p>
            <a:pPr>
              <a:defRPr lang="en-us"/>
            </a:pPr>
            <a:r>
              <a:t>Click to edit Master title style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KgMAABIJAAAaCUAABAAAAAmAAAACAAAAAGAAAAAAAAA"/>
              </a:ext>
            </a:extLst>
          </p:cNvSpPr>
          <p:nvPr>
            <p:ph idx="1"/>
          </p:nvPr>
        </p:nvSpPr>
        <p:spPr>
          <a:xfrm>
            <a:off x="1143000" y="2057400"/>
            <a:ext cx="4754880" cy="4023360"/>
          </a:xfrm>
        </p:spPr>
        <p:txBody>
          <a:bodyPr/>
          <a:lstStyle>
            <a:lvl1pPr>
              <a:defRPr lang="en-us" sz="2200" cap="none"/>
            </a:lvl1pPr>
            <a:lvl2pPr>
              <a:defRPr lang="en-us" sz="2000" cap="none"/>
            </a:lvl2pPr>
            <a:lvl3pPr>
              <a:defRPr lang="en-us" sz="1800" cap="none"/>
            </a:lvl3pPr>
            <a:lvl4pPr>
              <a:defRPr lang="en-us" sz="1600" cap="none"/>
            </a:lvl4pPr>
            <a:lvl5pPr>
              <a:defRPr lang="en-us" sz="1600" cap="none"/>
            </a:lvl5pPr>
            <a:lvl6pPr>
              <a:defRPr lang="en-us" sz="1600" cap="none"/>
            </a:lvl6pPr>
            <a:lvl7pPr>
              <a:defRPr lang="en-us" sz="1600" cap="none"/>
            </a:lvl7pPr>
            <a:lvl8pPr>
              <a:defRPr lang="en-us" sz="1600" cap="none"/>
            </a:lvl8pPr>
            <a:lvl9pPr>
              <a:defRPr lang="en-us" sz="1600" cap="none"/>
            </a:lvl9p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Conten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jiYAAKgMAADOQwAAaCUAABAAAAAmAAAACAAAAAGAAAAAAAAA"/>
              </a:ext>
            </a:extLst>
          </p:cNvSpPr>
          <p:nvPr>
            <p:ph idx="2"/>
          </p:nvPr>
        </p:nvSpPr>
        <p:spPr>
          <a:xfrm>
            <a:off x="6267450" y="2057400"/>
            <a:ext cx="4754880" cy="4023360"/>
          </a:xfrm>
        </p:spPr>
        <p:txBody>
          <a:bodyPr/>
          <a:lstStyle>
            <a:lvl1pPr>
              <a:defRPr lang="en-us" sz="2200" cap="none"/>
            </a:lvl1pPr>
            <a:lvl2pPr>
              <a:defRPr lang="en-us" sz="2000" cap="none"/>
            </a:lvl2pPr>
            <a:lvl3pPr>
              <a:defRPr lang="en-us" sz="1800" cap="none"/>
            </a:lvl3pPr>
            <a:lvl4pPr>
              <a:defRPr lang="en-us" sz="1600" cap="none"/>
            </a:lvl4pPr>
            <a:lvl5pPr>
              <a:defRPr lang="en-us" sz="1600" cap="none"/>
            </a:lvl5pPr>
            <a:lvl6pPr>
              <a:defRPr lang="en-us" sz="1600" cap="none"/>
            </a:lvl6pPr>
            <a:lvl7pPr>
              <a:defRPr lang="en-us" sz="1600" cap="none"/>
            </a:lvl7pPr>
            <a:lvl8pPr>
              <a:defRPr lang="en-us" sz="1600" cap="none"/>
            </a:lvl8pPr>
            <a:lvl9pPr>
              <a:defRPr lang="en-us" sz="1600" cap="none"/>
            </a:lvl9p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5626551A-9B95-4D08-983B-F5CBC475687A}" type="datetime1">
              <a:rPr lang="en-IN" cap="none" smtClean="0"/>
              <a:t>11-05-2024</a:t>
            </a:fld>
            <a:endParaRPr lang="en-in" cap="none"/>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Gy0j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7E24-6AA4-EF88-EA02-9CDD304C1CC9}" type="slidenum">
              <a:rPr lang="en-in" cap="none"/>
              <a:t>‹#›</a:t>
            </a:fld>
            <a:endParaRPr lang="en-in" cap="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DAADIQwAAGAwAABAAAAAmAAAACAAAAAAAAAAAAAAA"/>
              </a:ext>
            </a:extLst>
          </p:cNvSpPr>
          <p:nvPr>
            <p:ph type="title"/>
          </p:nvPr>
        </p:nvSpPr>
        <p:spPr/>
        <p:txBody>
          <a:bodyPr/>
          <a:lstStyle/>
          <a:p>
            <a:pPr>
              <a:defRPr lang="en-us"/>
            </a:pPr>
            <a:r>
              <a:t>Click to edit Master title style</a:t>
            </a: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FAMAABIJAAAGBEAABAAAAAmAAAACAAAAIGAAAAAAAAA"/>
              </a:ext>
            </a:extLst>
          </p:cNvSpPr>
          <p:nvPr>
            <p:ph idx="1"/>
          </p:nvPr>
        </p:nvSpPr>
        <p:spPr>
          <a:xfrm>
            <a:off x="1143000" y="2001520"/>
            <a:ext cx="4754880" cy="777240"/>
          </a:xfrm>
        </p:spPr>
        <p:txBody>
          <a:bodyPr vert="horz" wrap="square" lIns="91440" tIns="45720" rIns="91440" bIns="45720" numCol="1" spcCol="215900" anchor="ctr">
            <a:prstTxWarp prst="textNoShape">
              <a:avLst/>
            </a:prstTxWarp>
          </a:bodyPr>
          <a:lstStyle>
            <a:lvl1pPr marL="0" indent="0">
              <a:spcBef>
                <a:spcPts val="0"/>
              </a:spcBef>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Edit Master text styles</a:t>
            </a:r>
          </a:p>
        </p:txBody>
      </p:sp>
      <p:sp>
        <p:nvSpPr>
          <p:cNvPr id="4" name="Conten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L4QAABIJAAAjiUAABAAAAAmAAAACAAAAAGAAAAAAAAA"/>
              </a:ext>
            </a:extLst>
          </p:cNvSpPr>
          <p:nvPr>
            <p:ph idx="2"/>
          </p:nvPr>
        </p:nvSpPr>
        <p:spPr>
          <a:xfrm>
            <a:off x="1143000" y="2721610"/>
            <a:ext cx="4754880" cy="3383280"/>
          </a:xfrm>
        </p:spPr>
        <p:txBody>
          <a:bodyPr/>
          <a:lstStyle>
            <a:lvl1pPr>
              <a:defRPr lang="en-us" sz="2200" cap="none"/>
            </a:lvl1pPr>
            <a:lvl2pPr>
              <a:defRPr lang="en-us" sz="2000" cap="none"/>
            </a:lvl2pPr>
            <a:lvl3pPr>
              <a:defRPr lang="en-us" sz="1800" cap="none"/>
            </a:lvl3pPr>
            <a:lvl4pPr>
              <a:defRPr lang="en-us" sz="1600" cap="none"/>
            </a:lvl4pPr>
            <a:lvl5pPr>
              <a:defRPr lang="en-us" sz="1600" cap="none"/>
            </a:lvl5pPr>
            <a:lvl6pPr>
              <a:defRPr lang="en-us" sz="1600" cap="none"/>
            </a:lvl6pPr>
            <a:lvl7pPr>
              <a:defRPr lang="en-us" sz="1600" cap="none"/>
            </a:lvl7pPr>
            <a:lvl8pPr>
              <a:defRPr lang="en-us" sz="1600" cap="none"/>
            </a:lvl8pPr>
            <a:lvl9pPr>
              <a:defRPr lang="en-us" sz="1600" cap="none"/>
            </a:lvl9p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Text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SYAAEwMAADRQwAAFBEAABAAAAAmAAAACAAAAIGAAAAAAAAA"/>
              </a:ext>
            </a:extLst>
          </p:cNvSpPr>
          <p:nvPr>
            <p:ph idx="3"/>
          </p:nvPr>
        </p:nvSpPr>
        <p:spPr>
          <a:xfrm>
            <a:off x="6269355" y="1998980"/>
            <a:ext cx="4754880" cy="777240"/>
          </a:xfrm>
        </p:spPr>
        <p:txBody>
          <a:bodyPr vert="horz" wrap="square" lIns="91440" tIns="45720" rIns="91440" bIns="45720" numCol="1" spcCol="215900" anchor="ctr">
            <a:prstTxWarp prst="textNoShape">
              <a:avLst/>
            </a:prstTxWarp>
          </a:bodyPr>
          <a:lstStyle>
            <a:lvl1pPr marL="0" indent="0">
              <a:spcBef>
                <a:spcPts val="0"/>
              </a:spcBef>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Edit Master text styles</a:t>
            </a:r>
          </a:p>
        </p:txBody>
      </p:sp>
      <p:sp>
        <p:nvSpPr>
          <p:cNvPr id="6" name="Content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Jg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SYAALoQAADRQwAAiiUAABAAAAAmAAAACAAAAAGAAAAAAAAA"/>
              </a:ext>
            </a:extLst>
          </p:cNvSpPr>
          <p:nvPr>
            <p:ph idx="4"/>
          </p:nvPr>
        </p:nvSpPr>
        <p:spPr>
          <a:xfrm>
            <a:off x="6269355" y="2719070"/>
            <a:ext cx="4754880" cy="3383280"/>
          </a:xfrm>
        </p:spPr>
        <p:txBody>
          <a:bodyPr/>
          <a:lstStyle>
            <a:lvl1pPr>
              <a:defRPr lang="en-us" sz="2200" cap="none"/>
            </a:lvl1pPr>
            <a:lvl2pPr>
              <a:defRPr lang="en-us" sz="2000" cap="none"/>
            </a:lvl2pPr>
            <a:lvl3pPr>
              <a:defRPr lang="en-us" sz="1800" cap="none"/>
            </a:lvl3pPr>
            <a:lvl4pPr>
              <a:defRPr lang="en-us" sz="1600" cap="none"/>
            </a:lvl4pPr>
            <a:lvl5pPr>
              <a:defRPr lang="en-us" sz="1600" cap="none"/>
            </a:lvl5pPr>
            <a:lvl6pPr>
              <a:defRPr lang="en-us" sz="1600" cap="none"/>
            </a:lvl6pPr>
            <a:lvl7pPr>
              <a:defRPr lang="en-us" sz="1600" cap="none"/>
            </a:lvl7pPr>
            <a:lvl8pPr>
              <a:defRPr lang="en-us" sz="1600" cap="none"/>
            </a:lvl8pPr>
            <a:lvl9pPr>
              <a:defRPr lang="en-us" sz="1600" cap="none"/>
            </a:lvl9p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7" name="Date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0BC2AA3D-C4FF-4340-B57D-9D9D043E8447}" type="datetime1">
              <a:rPr lang="en-IN" cap="none" smtClean="0"/>
              <a:t>11-05-2024</a:t>
            </a:fld>
            <a:endParaRPr lang="en-in" cap="none"/>
          </a:p>
        </p:txBody>
      </p:sp>
      <p:sp>
        <p:nvSpPr>
          <p:cNvPr id="8" name="Footer 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Otcew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9" name="Slide Number 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HS3j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162D-63A4-EFE0-EA02-95B5584C1CC0}" type="slidenum">
              <a:rPr lang="en-in" cap="none"/>
              <a:t>‹#›</a:t>
            </a:fld>
            <a:endParaRPr lang="en-in" cap="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BySYw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DAADIQwAAGAwAABAAAAAmAAAACAAAAAAAAAAAAAAA"/>
              </a:ext>
            </a:extLst>
          </p:cNvSpPr>
          <p:nvPr>
            <p:ph type="title"/>
          </p:nvPr>
        </p:nvSpPr>
        <p:spPr/>
        <p:txBody>
          <a:bodyPr/>
          <a:lstStyle/>
          <a:p>
            <a:pPr>
              <a:defRPr lang="en-us"/>
            </a:pPr>
            <a:r>
              <a:t>Click to edit Master title style</a:t>
            </a:r>
          </a:p>
        </p:txBody>
      </p:sp>
      <p:sp>
        <p:nvSpPr>
          <p:cNvPr id="3" name="Dat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GV0AA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467ED07B-495D-42FE-9453-1B2DF8E712DF}" type="datetime1">
              <a:rPr lang="en-IN" cap="none" smtClean="0"/>
              <a:t>11-05-2024</a:t>
            </a:fld>
            <a:endParaRPr lang="en-in" cap="none"/>
          </a:p>
        </p:txBody>
      </p:sp>
      <p:sp>
        <p:nvSpPr>
          <p:cNvPr id="4" name="Foot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5" name="Slide Numb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16EC-A2A4-EFE0-EA02-54B5584C1C01}" type="slidenum">
              <a:rPr lang="en-in" cap="none"/>
              <a:t>‹#›</a:t>
            </a:fld>
            <a:endParaRPr lang="en-in" cap="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697C90C6-3BF4-40B2-A80C-5F4560A11BA1}" type="datetime1">
              <a:rPr lang="en-IN" cap="none" smtClean="0"/>
              <a:t>11-05-2024</a:t>
            </a:fld>
            <a:endParaRPr lang="en-in" cap="none"/>
          </a:p>
        </p:txBody>
      </p:sp>
      <p:sp>
        <p:nvSpPr>
          <p:cNvPr id="3" name="Footer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00E1-AFA4-EFF6-EA02-59A34E4C1C0C}" type="slidenum">
              <a:rPr lang="en-in" cap="none"/>
              <a:t>‹#›</a:t>
            </a:fld>
            <a:endParaRPr lang="en-in" cap="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C5+gA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GAAA4HwAAcBEAABAAAAAmAAAACAAAAIGgAAAAAAAA"/>
              </a:ext>
            </a:extLst>
          </p:cNvSpPr>
          <p:nvPr>
            <p:ph type="title"/>
          </p:nvPr>
        </p:nvSpPr>
        <p:spPr>
          <a:xfrm>
            <a:off x="1143000" y="1097280"/>
            <a:ext cx="3931920" cy="1737360"/>
          </a:xfrm>
        </p:spPr>
        <p:txBody>
          <a:bodyPr vert="horz" wrap="square" lIns="91440" tIns="45720" rIns="91440" bIns="45720" numCol="1" spcCol="215900" anchor="b">
            <a:prstTxWarp prst="textNoShape">
              <a:avLst/>
            </a:prstTxWarp>
          </a:bodyPr>
          <a:lstStyle>
            <a:lvl1pPr>
              <a:lnSpc>
                <a:spcPct val="90000"/>
              </a:lnSpc>
              <a:defRPr lang="en-us" sz="4000" b="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B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CQAAMAGAAAQRAAAcCMAABAAAAAmAAAACAAAAAGAAAAAAAAA"/>
              </a:ext>
            </a:extLst>
          </p:cNvSpPr>
          <p:nvPr>
            <p:ph idx="1"/>
          </p:nvPr>
        </p:nvSpPr>
        <p:spPr>
          <a:xfrm>
            <a:off x="5852160" y="1097280"/>
            <a:ext cx="5212080" cy="4663440"/>
          </a:xfrm>
        </p:spPr>
        <p:txBody>
          <a:bodyPr/>
          <a:lstStyle>
            <a:lvl1pPr>
              <a:defRPr lang="en-us" sz="3200" cap="none"/>
            </a:lvl1pPr>
            <a:lvl2pPr>
              <a:defRPr lang="en-us" sz="2800" cap="none"/>
            </a:lvl2pPr>
            <a:lvl3pPr>
              <a:defRPr lang="en-us" sz="2400" cap="none"/>
            </a:lvl3pPr>
            <a:lvl4pPr>
              <a:defRPr lang="en-us" sz="2000" cap="none"/>
            </a:lvl4pPr>
            <a:lvl5pPr>
              <a:defRPr lang="en-us" sz="2000" cap="none"/>
            </a:lvl5pPr>
            <a:lvl6pPr>
              <a:defRPr lang="en-us" sz="2000" cap="none"/>
            </a:lvl6pPr>
            <a:lvl7pPr>
              <a:defRPr lang="en-us" sz="2000" cap="none"/>
            </a:lvl7pPr>
            <a:lvl8pPr>
              <a:defRPr lang="en-us" sz="2000" cap="none"/>
            </a:lvl8pPr>
            <a:lvl9pPr>
              <a:defRPr lang="en-us" sz="2000" cap="none"/>
            </a:lvl9p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Tex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PDjj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HARAAA4HwAAACQAABAAAAAmAAAACAAAAAGgAAAAAAAA"/>
              </a:ext>
            </a:extLst>
          </p:cNvSpPr>
          <p:nvPr>
            <p:ph idx="2"/>
          </p:nvPr>
        </p:nvSpPr>
        <p:spPr>
          <a:xfrm>
            <a:off x="1143000" y="2834640"/>
            <a:ext cx="3931920" cy="3017520"/>
          </a:xfrm>
        </p:spPr>
        <p:txBody>
          <a:bodyPr vert="horz" wrap="square" lIns="91440" tIns="45720" rIns="91440" bIns="45720" numCol="1" spcCol="215900" anchor="t">
            <a:prstTxWarp prst="textNoShape">
              <a:avLst/>
            </a:prstTxWarp>
          </a:bodyPr>
          <a:lstStyle>
            <a:lvl1pPr marL="0" indent="0">
              <a:lnSpc>
                <a:spcPct val="100000"/>
              </a:lnSpc>
              <a:spcBef>
                <a:spcPts val="1000"/>
              </a:spcBef>
              <a:buNone/>
              <a:defRPr lang="en-us" sz="1700" cap="none"/>
            </a:lvl1pPr>
            <a:lvl2pPr marL="457200" indent="0">
              <a:buNone/>
              <a:defRPr lang="en-us" sz="1200" cap="none"/>
            </a:lvl2pPr>
            <a:lvl3pPr marL="914400" indent="0">
              <a:buNone/>
              <a:defRPr lang="en-us" sz="1000" cap="none"/>
            </a:lvl3pPr>
            <a:lvl4pPr marL="1371600" indent="0">
              <a:buNone/>
              <a:defRPr lang="en-us" sz="900" cap="none"/>
            </a:lvl4pPr>
            <a:lvl5pPr marL="1828800" indent="0">
              <a:buNone/>
              <a:defRPr lang="en-us" sz="900" cap="none"/>
            </a:lvl5pPr>
            <a:lvl6pPr marL="2286000" indent="0">
              <a:buNone/>
              <a:defRPr lang="en-us" sz="900" cap="none"/>
            </a:lvl6pPr>
            <a:lvl7pPr marL="2743200" indent="0">
              <a:buNone/>
              <a:defRPr lang="en-us" sz="900" cap="none"/>
            </a:lvl7pPr>
            <a:lvl8pPr marL="3200400" indent="0">
              <a:buNone/>
              <a:defRPr lang="en-us" sz="900" cap="none"/>
            </a:lvl8pPr>
            <a:lvl9pPr marL="3657600" indent="0">
              <a:buNone/>
              <a:defRPr lang="en-us" sz="900" cap="none"/>
            </a:lvl9pPr>
          </a:lstStyle>
          <a:p>
            <a:pPr>
              <a:defRPr lang="en-us"/>
            </a:pPr>
            <a:r>
              <a:t>Edit Master text styles</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4C1017D1-63B0-40D3-A66D-786E609EB2E7}" type="datetime1">
              <a:rPr lang="en-IN" cap="none" smtClean="0"/>
              <a:t>11-05-2024</a:t>
            </a:fld>
            <a:endParaRPr lang="en-in" cap="none"/>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HNsaW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G8A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4EE9-A7A4-EFB8-EA02-51ED004C1C04}" type="slidenum">
              <a:rPr lang="en-in" cap="none"/>
              <a:t>‹#›</a:t>
            </a:fld>
            <a:endParaRPr lang="en-in" cap="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Gb2dQ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GAAA4HwAAcBEAABAAAAAmAAAACAAAAIGgAAAAAAAA"/>
              </a:ext>
            </a:extLst>
          </p:cNvSpPr>
          <p:nvPr>
            <p:ph type="title"/>
          </p:nvPr>
        </p:nvSpPr>
        <p:spPr>
          <a:xfrm>
            <a:off x="1143000" y="1097280"/>
            <a:ext cx="3931920" cy="1737360"/>
          </a:xfrm>
        </p:spPr>
        <p:txBody>
          <a:bodyPr vert="horz" wrap="square" lIns="91440" tIns="45720" rIns="91440" bIns="45720" numCol="1" spcCol="215900" anchor="b">
            <a:prstTxWarp prst="textNoShape">
              <a:avLst/>
            </a:prstTxWarp>
          </a:bodyPr>
          <a:lstStyle>
            <a:lvl1pPr>
              <a:lnSpc>
                <a:spcPct val="90000"/>
              </a:lnSpc>
              <a:defRPr lang="en-us" sz="4000" b="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Pictur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C0AAAAAsAEAACAB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Jibjw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TSEAAJUGAADSRgAAHSQAABAAAAAmAAAACAAAABWgAAAAAAAA"/>
              </a:ext>
            </a:extLst>
          </p:cNvSpPr>
          <p:nvPr>
            <p:ph type="pic" idx="1"/>
          </p:nvPr>
        </p:nvSpPr>
        <p:spPr>
          <a:xfrm>
            <a:off x="5413375" y="1069975"/>
            <a:ext cx="6099175" cy="4800600"/>
          </a:xfrm>
        </p:spPr>
        <p:txBody>
          <a:bodyPr vert="horz" wrap="square" lIns="274320" tIns="182880" rIns="91440" bIns="45720" numCol="1" spcCol="215900" anchor="t">
            <a:prstTxWarp prst="textNoShape">
              <a:avLst/>
            </a:prstTxWarp>
          </a:bodyPr>
          <a:lstStyle>
            <a:lvl1pPr marL="0" indent="0">
              <a:buNone/>
              <a:defRPr lang="en-us" sz="2800" cap="none"/>
            </a:lvl1pPr>
            <a:lvl2pPr marL="457200" indent="0">
              <a:buNone/>
              <a:defRPr lang="en-us" sz="2800" cap="none"/>
            </a:lvl2pPr>
            <a:lvl3pPr marL="914400" indent="0">
              <a:buNone/>
              <a:defRPr lang="en-us" sz="2400" cap="none"/>
            </a:lvl3pPr>
            <a:lvl4pPr marL="1371600" indent="0">
              <a:buNone/>
              <a:defRPr lang="en-us" sz="2000" cap="none"/>
            </a:lvl4pPr>
            <a:lvl5pPr marL="1828800" indent="0">
              <a:buNone/>
              <a:defRPr lang="en-us" sz="2000" cap="none"/>
            </a:lvl5pPr>
            <a:lvl6pPr marL="2286000" indent="0">
              <a:buNone/>
              <a:defRPr lang="en-us" sz="2000" cap="none"/>
            </a:lvl6pPr>
            <a:lvl7pPr marL="2743200" indent="0">
              <a:buNone/>
              <a:defRPr lang="en-us" sz="2000" cap="none"/>
            </a:lvl7pPr>
            <a:lvl8pPr marL="3200400" indent="0">
              <a:buNone/>
              <a:defRPr lang="en-us" sz="2000" cap="none"/>
            </a:lvl8pPr>
            <a:lvl9pPr marL="3657600" indent="0">
              <a:buNone/>
              <a:defRPr lang="en-us" sz="2000" cap="none"/>
            </a:lvl9pPr>
          </a:lstStyle>
          <a:p>
            <a:pPr>
              <a:defRPr lang="en-us"/>
            </a:pPr>
            <a:r>
              <a:t>Click icon to add picture</a:t>
            </a:r>
          </a:p>
        </p:txBody>
      </p:sp>
      <p:sp>
        <p:nvSpPr>
          <p:cNvPr id="4" name="Tex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HARAAA4HwAAKCMAABAAAAAmAAAACAAAAAGgAAAAAAAA"/>
              </a:ext>
            </a:extLst>
          </p:cNvSpPr>
          <p:nvPr>
            <p:ph idx="2"/>
          </p:nvPr>
        </p:nvSpPr>
        <p:spPr>
          <a:xfrm>
            <a:off x="1143000" y="2834640"/>
            <a:ext cx="3931920" cy="2880360"/>
          </a:xfrm>
        </p:spPr>
        <p:txBody>
          <a:bodyPr vert="horz" wrap="square" lIns="91440" tIns="45720" rIns="91440" bIns="45720" numCol="1" spcCol="215900" anchor="t">
            <a:prstTxWarp prst="textNoShape">
              <a:avLst/>
            </a:prstTxWarp>
          </a:bodyPr>
          <a:lstStyle>
            <a:lvl1pPr marL="0" indent="0">
              <a:lnSpc>
                <a:spcPct val="100000"/>
              </a:lnSpc>
              <a:spcBef>
                <a:spcPts val="1000"/>
              </a:spcBef>
              <a:buNone/>
              <a:defRPr lang="en-us" sz="1700" cap="none"/>
            </a:lvl1pPr>
            <a:lvl2pPr marL="457200" indent="0">
              <a:buNone/>
              <a:defRPr lang="en-us" sz="1200" cap="none"/>
            </a:lvl2pPr>
            <a:lvl3pPr marL="914400" indent="0">
              <a:buNone/>
              <a:defRPr lang="en-us" sz="1000" cap="none"/>
            </a:lvl3pPr>
            <a:lvl4pPr marL="1371600" indent="0">
              <a:buNone/>
              <a:defRPr lang="en-us" sz="900" cap="none"/>
            </a:lvl4pPr>
            <a:lvl5pPr marL="1828800" indent="0">
              <a:buNone/>
              <a:defRPr lang="en-us" sz="900" cap="none"/>
            </a:lvl5pPr>
            <a:lvl6pPr marL="2286000" indent="0">
              <a:buNone/>
              <a:defRPr lang="en-us" sz="900" cap="none"/>
            </a:lvl6pPr>
            <a:lvl7pPr marL="2743200" indent="0">
              <a:buNone/>
              <a:defRPr lang="en-us" sz="900" cap="none"/>
            </a:lvl7pPr>
            <a:lvl8pPr marL="3200400" indent="0">
              <a:buNone/>
              <a:defRPr lang="en-us" sz="900" cap="none"/>
            </a:lvl8pPr>
            <a:lvl9pPr marL="3657600" indent="0">
              <a:buNone/>
              <a:defRPr lang="en-us" sz="900" cap="none"/>
            </a:lvl9pPr>
          </a:lstStyle>
          <a:p>
            <a:pPr>
              <a:defRPr lang="en-us"/>
            </a:pPr>
            <a:r>
              <a:t>Edit Master text styles</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3D12864C-F6D2-4A66-B9B8-CCFF0011504C}" type="datetime1">
              <a:rPr lang="en-IN" cap="none" smtClean="0"/>
              <a:t>11-05-2024</a:t>
            </a:fld>
            <a:endParaRPr lang="en-in" cap="none"/>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FDZj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G8Ab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109F-D1A4-EFE6-EA02-27B35E4C1C72}" type="slidenum">
              <a:rPr lang="en-in" cap="none"/>
              <a:t>‹#›</a:t>
            </a:fld>
            <a:endParaRPr lang="en-in" cap="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DAADIQwAAGAwAABAAAAAmAAAACAAAAAAAAAAAAAAA"/>
              </a:ext>
            </a:extLst>
          </p:cNvSpPr>
          <p:nvPr>
            <p:ph type="title"/>
          </p:nvPr>
        </p:nvSpPr>
        <p:spPr/>
        <p:txBody>
          <a:bodyPr/>
          <a:lstStyle/>
          <a:p>
            <a:pPr>
              <a:defRPr lang="en-us"/>
            </a:pPr>
            <a:r>
              <a:t>Click to edit Master title style</a:t>
            </a:r>
          </a:p>
        </p:txBody>
      </p:sp>
      <p:sp>
        <p:nvSpPr>
          <p:cNvPr id="3" name="Vertical 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KgMAADEQwAAgCUAABAAAAAmAAAACAAAAAIAAAAAAAAA"/>
              </a:ext>
            </a:extLst>
          </p:cNvSpPr>
          <p:nvPr>
            <p:ph idx="1"/>
          </p:nvPr>
        </p:nvSpPr>
        <p:spPr/>
        <p:txBody>
          <a:bodyPr vert="vert" wrap="square" lIns="91440" tIns="45720" rIns="91440" bIns="45720" numCol="1" spcCol="215900" anchor="t">
            <a:prstTxWarp prst="textNoShape">
              <a:avLst/>
            </a:prstTxWarp>
          </a:body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A7F9665C-1EEA-4CC4-8E1E-14661606F9B0}" type="datetime1">
              <a:rPr lang="en-IN" cap="none" smtClean="0"/>
              <a:t>11-05-2024</a:t>
            </a:fld>
            <a:endParaRPr lang="en-in" cap="none"/>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0067-29A4-EFF6-EA02-DFA34E4C1C8A}" type="slidenum">
              <a:rPr lang="en-in" cap="none"/>
              <a:t>‹#›</a:t>
            </a:fld>
            <a:endParaRPr lang="en-in" cap="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rDUAALAEAAD4QwAA+CUAABAAAAAmAAAACAAAAAMAAAAAAAAA"/>
              </a:ext>
            </a:extLst>
          </p:cNvSpPr>
          <p:nvPr>
            <p:ph type="title"/>
          </p:nvPr>
        </p:nvSpPr>
        <p:spPr>
          <a:xfrm>
            <a:off x="8724900" y="762000"/>
            <a:ext cx="2324100" cy="5410200"/>
          </a:xfrm>
        </p:spPr>
        <p:txBody>
          <a:bodyPr vert="vert" wrap="square" lIns="91440" tIns="45720" rIns="91440" bIns="45720" numCol="1" spcCol="215900" anchor="ctr">
            <a:prstTxWarp prst="textNoShape">
              <a:avLst/>
            </a:prstTxWarp>
          </a:bodyPr>
          <a:lstStyle/>
          <a:p>
            <a:pPr>
              <a:defRPr lang="en-us"/>
            </a:pPr>
            <a:r>
              <a:t>Click to edit Master title style</a:t>
            </a:r>
          </a:p>
        </p:txBody>
      </p:sp>
      <p:sp>
        <p:nvSpPr>
          <p:cNvPr id="3" name="Vertical 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LAEAAC8NAAA+CUAABAAAAAmAAAACAAAAAMAAAAAAAAA"/>
              </a:ext>
            </a:extLst>
          </p:cNvSpPr>
          <p:nvPr>
            <p:ph idx="1"/>
          </p:nvPr>
        </p:nvSpPr>
        <p:spPr>
          <a:xfrm>
            <a:off x="1143000" y="762000"/>
            <a:ext cx="7429500" cy="5410200"/>
          </a:xfrm>
        </p:spPr>
        <p:txBody>
          <a:bodyPr vert="vert" wrap="square" lIns="91440" tIns="45720" rIns="91440" bIns="45720" numCol="1" spcCol="215900" anchor="t">
            <a:prstTxWarp prst="textNoShape">
              <a:avLst/>
            </a:prstTxWarp>
          </a:body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AAAAAAAAAAA"/>
              </a:ext>
            </a:extLst>
          </p:cNvSpPr>
          <p:nvPr>
            <p:ph type="dt" sz="half" idx="10"/>
          </p:nvPr>
        </p:nvSpPr>
        <p:spPr/>
        <p:txBody>
          <a:bodyPr/>
          <a:lstStyle/>
          <a:p>
            <a:pPr>
              <a:defRPr lang="en-us"/>
            </a:pPr>
            <a:fld id="{90C628E7-01DA-4C25-B213-8D7FECDE049B}" type="datetime1">
              <a:rPr lang="en-IN" cap="none" smtClean="0"/>
              <a:t>11-05-2024</a:t>
            </a:fld>
            <a:endParaRPr lang="en-in" cap="none"/>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AAAAAAAAAAA"/>
              </a:ext>
            </a:extLst>
          </p:cNvSpPr>
          <p:nvPr>
            <p:ph type="ftr" sz="quarter" idx="11"/>
          </p:nvPr>
        </p:nvSpPr>
        <p:spPr/>
        <p:txBody>
          <a:bodyPr/>
          <a:lstStyle/>
          <a:p>
            <a:pPr>
              <a:defRPr lang="en-us"/>
            </a:pPr>
            <a:endParaRPr lang="en-in" cap="none"/>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AAAAAAAAAAA"/>
              </a:ext>
            </a:extLst>
          </p:cNvSpPr>
          <p:nvPr>
            <p:ph type="sldNum" sz="quarter" idx="12"/>
          </p:nvPr>
        </p:nvSpPr>
        <p:spPr/>
        <p:txBody>
          <a:bodyPr/>
          <a:lstStyle/>
          <a:p>
            <a:pPr>
              <a:defRPr lang="en-us"/>
            </a:pPr>
            <a:fld id="{49BA07DB-95A4-EFF1-EA02-63A4494C1C36}" type="slidenum">
              <a:rPr lang="en-in" cap="none"/>
              <a:t>‹#›</a:t>
            </a:fld>
            <a:endParaRPr lang="en-in" cap="non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Rectangle 6"/>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C0AAAAAkAAAAEgAAACQAAAASAAAAAAAAAAA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AAAAAAAAAAHKXKgA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HKXKgB/f38A4t/MA8zMzADAwP8Af39/AAAAAAAAAAAAAAAAAAAAAAAAAAAAIQAAABgAAAAUAAAAbAEAAIABAACMSQAAvCgAABAAAAAmAAAACAAAAP//////////"/>
              </a:ext>
            </a:extLst>
          </p:cNvSpPr>
          <p:nvPr/>
        </p:nvSpPr>
        <p:spPr>
          <a:xfrm>
            <a:off x="231140" y="243840"/>
            <a:ext cx="11724640" cy="6377940"/>
          </a:xfrm>
          <a:prstGeom prst="rect">
            <a:avLst/>
          </a:prstGeom>
          <a:solidFill>
            <a:schemeClr val="bg1"/>
          </a:solidFill>
          <a:ln>
            <a:noFill/>
          </a:ln>
          <a:effectLst/>
        </p:spPr>
      </p:sp>
      <p:sp>
        <p:nvSpPr>
          <p:cNvPr id="3" name="Titl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CAAcH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MADAADIQwAAGAwAABAAAAAmAAAACAAAAL8vAAD/HwAA"/>
              </a:ext>
            </a:extLst>
          </p:cNvSpPr>
          <p:nvPr>
            <p:ph type="title"/>
          </p:nvPr>
        </p:nvSpPr>
        <p:spPr>
          <a:xfrm>
            <a:off x="1143000" y="609600"/>
            <a:ext cx="9875520" cy="1356360"/>
          </a:xfrm>
          <a:prstGeom prst="rect">
            <a:avLst/>
          </a:prstGeom>
          <a:noFill/>
          <a:ln>
            <a:noFill/>
          </a:ln>
        </p:spPr>
        <p:txBody>
          <a:bodyPr vert="horz" wrap="square" lIns="91440" tIns="45720" rIns="91440" bIns="45720" numCol="1" spcCol="215900" anchor="ctr">
            <a:prstTxWarp prst="textNoShape">
              <a:avLst/>
            </a:prstTxWarp>
          </a:bodyPr>
          <a:lstStyle/>
          <a:p>
            <a:pPr>
              <a:defRPr lang="en-us"/>
            </a:pPr>
            <a:r>
              <a:t>Click to edit Master title style</a:t>
            </a:r>
          </a:p>
        </p:txBody>
      </p:sp>
      <p:sp>
        <p:nvSpPr>
          <p:cNvPr id="4"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CAAcH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KgMAADEQwAAgCUAABAAAAAmAAAACAAAAD8vAAD/HwAA"/>
              </a:ext>
            </a:extLst>
          </p:cNvSpPr>
          <p:nvPr>
            <p:ph type="body" idx="1"/>
          </p:nvPr>
        </p:nvSpPr>
        <p:spPr>
          <a:xfrm>
            <a:off x="1143000" y="2057400"/>
            <a:ext cx="9872980" cy="4038600"/>
          </a:xfrm>
          <a:prstGeom prst="rect">
            <a:avLst/>
          </a:prstGeom>
          <a:noFill/>
          <a:ln>
            <a:noFill/>
          </a:ln>
        </p:spPr>
        <p:txBody>
          <a:bodyPr vert="horz" wrap="square" lIns="91440" tIns="45720" rIns="91440" bIns="45720" numCol="1" spcCol="215900" anchor="t">
            <a:prstTxWarp prst="textNoShape">
              <a:avLst/>
            </a:prstTxWarp>
          </a:body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AcAAEkmAABcFQAAiCgAABAAAAAmAAAACAAAAL+PAAD/HwAA"/>
              </a:ext>
            </a:extLst>
          </p:cNvSpPr>
          <p:nvPr>
            <p:ph type="dt" sz="half" idx="2"/>
          </p:nvPr>
        </p:nvSpPr>
        <p:spPr>
          <a:xfrm>
            <a:off x="1143000" y="6223635"/>
            <a:ext cx="2329180" cy="365125"/>
          </a:xfrm>
          <a:prstGeom prst="rect">
            <a:avLst/>
          </a:prstGeom>
          <a:noFill/>
          <a:ln>
            <a:noFill/>
          </a:ln>
        </p:spPr>
        <p:txBody>
          <a:bodyPr vert="horz" wrap="square" lIns="91440" tIns="45720" rIns="91440" bIns="45720" numCol="1" spcCol="215900" anchor="ctr">
            <a:prstTxWarp prst="textNoShape">
              <a:avLst/>
            </a:prstTxWarp>
          </a:bodyPr>
          <a:lstStyle>
            <a:lvl1pPr algn="l">
              <a:defRPr lang="en-us" sz="1200" cap="none">
                <a:solidFill>
                  <a:schemeClr val="accent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670E7292-CFAF-4D2A-A470-54486EEDCDFA}" type="datetime1">
              <a:rPr lang="en-IN" cap="none" smtClean="0"/>
              <a:t>11-05-2024</a:t>
            </a:fld>
            <a:endParaRPr lang="en-in" cap="none"/>
          </a:p>
        </p:txBody>
      </p:sp>
      <p:sp>
        <p:nvSpPr>
          <p:cNvPr id="6"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xgAAEkmAABRNQAAiCgAABAAAAAmAAAACAAAAL+PAAD/HwAA"/>
              </a:ext>
            </a:extLst>
          </p:cNvSpPr>
          <p:nvPr>
            <p:ph type="ftr" sz="quarter" idx="3"/>
          </p:nvPr>
        </p:nvSpPr>
        <p:spPr>
          <a:xfrm>
            <a:off x="3949065" y="6223635"/>
            <a:ext cx="4718050" cy="365125"/>
          </a:xfrm>
          <a:prstGeom prst="rect">
            <a:avLst/>
          </a:prstGeom>
          <a:noFill/>
          <a:ln>
            <a:noFill/>
          </a:ln>
        </p:spPr>
        <p:txBody>
          <a:bodyPr vert="horz" wrap="square" lIns="91440" tIns="45720" rIns="91440" bIns="45720" numCol="1" spcCol="215900" anchor="ctr">
            <a:prstTxWarp prst="textNoShape">
              <a:avLst/>
            </a:prstTxWarp>
          </a:bodyPr>
          <a:lstStyle>
            <a:lvl1pPr algn="ctr">
              <a:defRPr lang="en-us" sz="1200" cap="none">
                <a:solidFill>
                  <a:schemeClr val="accent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endParaRPr lang="en-in" cap="none"/>
          </a:p>
        </p:txBody>
      </p:sp>
      <p:sp>
        <p:nvSpPr>
          <p:cNvPr id="7"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DkAAEkmAADjQwAAiCgAABAAAAAmAAAACAAAAL+PAAD/HwAA"/>
              </a:ext>
            </a:extLst>
          </p:cNvSpPr>
          <p:nvPr>
            <p:ph type="sldNum" sz="quarter" idx="4"/>
          </p:nvPr>
        </p:nvSpPr>
        <p:spPr>
          <a:xfrm>
            <a:off x="9329420" y="6223635"/>
            <a:ext cx="1706245" cy="365125"/>
          </a:xfrm>
          <a:prstGeom prst="rect">
            <a:avLst/>
          </a:prstGeom>
          <a:noFill/>
          <a:ln>
            <a:noFill/>
          </a:ln>
        </p:spPr>
        <p:txBody>
          <a:bodyPr vert="horz" wrap="square" lIns="91440" tIns="45720" rIns="91440" bIns="45720" numCol="1" spcCol="215900" anchor="ctr">
            <a:prstTxWarp prst="textNoShape">
              <a:avLst/>
            </a:prstTxWarp>
          </a:bodyPr>
          <a:lstStyle>
            <a:lvl1pPr algn="r">
              <a:defRPr lang="en-us" sz="1200" cap="none">
                <a:solidFill>
                  <a:schemeClr val="accent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49BA3870-3EA4-EFCE-EA02-C89B764C1C9D}" type="slidenum">
              <a:rPr lang="en-in" cap="none"/>
              <a:t>‹#›</a:t>
            </a:fld>
            <a:endParaRPr lang="en-in" cap="none"/>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hf sldNum="0" hdr="0" ftr="0" dt="0"/>
  <p:txStyles>
    <p:titleStyle>
      <a:lvl1pPr marL="0" marR="0" indent="0" algn="l" defTabSz="914400">
        <a:lnSpc>
          <a:spcPct val="90000"/>
        </a:lnSpc>
        <a:spcBef>
          <a:spcPts val="0"/>
        </a:spcBef>
        <a:spcAft>
          <a:spcPts val="0"/>
        </a:spcAft>
        <a:buNone/>
        <a:tabLst/>
        <a:defRPr lang="en-us" sz="4400" b="0" i="0" u="none" strike="noStrike" kern="1" cap="none" spc="0" baseline="0">
          <a:solidFill>
            <a:schemeClr val="accent1"/>
          </a:solidFill>
          <a:effectLst/>
          <a:latin typeface="Corbel" pitchFamily="2" charset="0"/>
          <a:ea typeface="Corbel" pitchFamily="2" charset="0"/>
          <a:cs typeface="Corbel" pitchFamily="2" charset="0"/>
        </a:defRPr>
      </a:lvl1pPr>
      <a:lvl2pPr marL="4572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2pPr>
      <a:lvl3pPr marL="9144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3pPr>
      <a:lvl4pPr marL="13716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4pPr>
      <a:lvl5pPr marL="18288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5pPr>
      <a:lvl6pPr marL="22860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6pPr>
      <a:lvl7pPr marL="27432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7pPr>
      <a:lvl8pPr marL="32004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8pPr>
      <a:lvl9pPr marL="3657600" marR="0" indent="0" algn="l" defTabSz="4572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9pPr>
    </p:titleStyle>
    <p:bodyStyle>
      <a:lvl1pPr marL="228600" marR="0" indent="-182880" algn="l" defTabSz="914400">
        <a:lnSpc>
          <a:spcPct val="90000"/>
        </a:lnSpc>
        <a:spcBef>
          <a:spcPts val="1400"/>
        </a:spcBef>
        <a:spcAft>
          <a:spcPts val="0"/>
        </a:spcAft>
        <a:buClr>
          <a:schemeClr val="accent1"/>
        </a:buClr>
        <a:buSzTx/>
        <a:buFont typeface="Corbel" pitchFamily="2" charset="0"/>
        <a:buChar char="•"/>
        <a:tabLst/>
        <a:defRPr lang="en-us" sz="2200" b="0" i="0" u="none" strike="noStrike" kern="1" cap="none" spc="0" baseline="0">
          <a:solidFill>
            <a:schemeClr val="accent1"/>
          </a:solidFill>
          <a:effectLst/>
          <a:latin typeface="Corbel" pitchFamily="2" charset="0"/>
          <a:ea typeface="Corbel" pitchFamily="2" charset="0"/>
          <a:cs typeface="Corbel" pitchFamily="2" charset="0"/>
        </a:defRPr>
      </a:lvl1pPr>
      <a:lvl2pPr marL="457200" marR="0" indent="-182880" algn="l" defTabSz="914400">
        <a:lnSpc>
          <a:spcPct val="90000"/>
        </a:lnSpc>
        <a:spcBef>
          <a:spcPts val="200"/>
        </a:spcBef>
        <a:spcAft>
          <a:spcPts val="400"/>
        </a:spcAft>
        <a:buClr>
          <a:schemeClr val="accent1"/>
        </a:buClr>
        <a:buSzTx/>
        <a:buFont typeface="Corbel" pitchFamily="2" charset="0"/>
        <a:buChar char="•"/>
        <a:tabLst/>
        <a:defRPr lang="en-us" sz="2000" b="0" i="0" u="none" strike="noStrike" kern="1" cap="none" spc="0" baseline="0">
          <a:solidFill>
            <a:schemeClr val="accent1"/>
          </a:solidFill>
          <a:effectLst/>
          <a:latin typeface="Corbel" pitchFamily="2" charset="0"/>
          <a:ea typeface="Corbel" pitchFamily="2" charset="0"/>
          <a:cs typeface="Corbel" pitchFamily="2" charset="0"/>
        </a:defRPr>
      </a:lvl2pPr>
      <a:lvl3pPr marL="731520" marR="0" indent="-182880" algn="l" defTabSz="914400">
        <a:lnSpc>
          <a:spcPct val="90000"/>
        </a:lnSpc>
        <a:spcBef>
          <a:spcPts val="200"/>
        </a:spcBef>
        <a:spcAft>
          <a:spcPts val="400"/>
        </a:spcAft>
        <a:buClr>
          <a:schemeClr val="accent1"/>
        </a:buClr>
        <a:buSzTx/>
        <a:buFont typeface="Corbel" pitchFamily="2" charset="0"/>
        <a:buChar char="•"/>
        <a:tabLst/>
        <a:defRPr lang="en-us" sz="1800" b="0" i="0" u="none" strike="noStrike" kern="1" cap="none" spc="0" baseline="0">
          <a:solidFill>
            <a:schemeClr val="accent1"/>
          </a:solidFill>
          <a:effectLst/>
          <a:latin typeface="Corbel" pitchFamily="2" charset="0"/>
          <a:ea typeface="Corbel" pitchFamily="2" charset="0"/>
          <a:cs typeface="Corbel" pitchFamily="2" charset="0"/>
        </a:defRPr>
      </a:lvl3pPr>
      <a:lvl4pPr marL="1005840" marR="0" indent="-182880" algn="l" defTabSz="914400">
        <a:lnSpc>
          <a:spcPct val="90000"/>
        </a:lnSpc>
        <a:spcBef>
          <a:spcPts val="200"/>
        </a:spcBef>
        <a:spcAft>
          <a:spcPts val="400"/>
        </a:spcAft>
        <a:buClr>
          <a:schemeClr val="accent1"/>
        </a:buClr>
        <a:buSzTx/>
        <a:buFont typeface="Corbel" pitchFamily="2" charset="0"/>
        <a:buChar char="•"/>
        <a:tabLst/>
        <a:defRPr lang="en-us" sz="1600" b="0" i="0" u="none" strike="noStrike" kern="1" cap="none" spc="0" baseline="0">
          <a:solidFill>
            <a:schemeClr val="accent1"/>
          </a:solidFill>
          <a:effectLst/>
          <a:latin typeface="Corbel" pitchFamily="2" charset="0"/>
          <a:ea typeface="Corbel" pitchFamily="2" charset="0"/>
          <a:cs typeface="Corbel" pitchFamily="2" charset="0"/>
        </a:defRPr>
      </a:lvl4pPr>
      <a:lvl5pPr marL="1280160" marR="0" indent="-182880" algn="l" defTabSz="914400">
        <a:lnSpc>
          <a:spcPct val="90000"/>
        </a:lnSpc>
        <a:spcBef>
          <a:spcPts val="200"/>
        </a:spcBef>
        <a:spcAft>
          <a:spcPts val="400"/>
        </a:spcAft>
        <a:buClr>
          <a:schemeClr val="accent1"/>
        </a:buClr>
        <a:buSzTx/>
        <a:buFont typeface="Corbel" pitchFamily="2" charset="0"/>
        <a:buChar char="•"/>
        <a:tabLst/>
        <a:defRPr lang="en-us" sz="1600" b="0" i="0" u="none" strike="noStrike" kern="1" cap="none" spc="0" baseline="0">
          <a:solidFill>
            <a:schemeClr val="accent1"/>
          </a:solidFill>
          <a:effectLst/>
          <a:latin typeface="Corbel" pitchFamily="2" charset="0"/>
          <a:ea typeface="Corbel" pitchFamily="2" charset="0"/>
          <a:cs typeface="Corbel" pitchFamily="2" charset="0"/>
        </a:defRPr>
      </a:lvl5pPr>
      <a:lvl6pPr marL="1600200" marR="0" indent="-228600" algn="l" defTabSz="914400">
        <a:lnSpc>
          <a:spcPct val="90000"/>
        </a:lnSpc>
        <a:spcBef>
          <a:spcPts val="200"/>
        </a:spcBef>
        <a:spcAft>
          <a:spcPts val="400"/>
        </a:spcAft>
        <a:buClr>
          <a:schemeClr val="accent1"/>
        </a:buClr>
        <a:buSzTx/>
        <a:buFont typeface="Corbel" pitchFamily="2" charset="0"/>
        <a:buChar char="•"/>
        <a:tabLst/>
        <a:defRPr lang="en-us" sz="1600" b="0" i="0" u="none" strike="noStrike" kern="1" cap="none" spc="0" baseline="0">
          <a:solidFill>
            <a:schemeClr val="accent1"/>
          </a:solidFill>
          <a:effectLst/>
          <a:latin typeface="Corbel" pitchFamily="2" charset="0"/>
          <a:ea typeface="Corbel" pitchFamily="2" charset="0"/>
          <a:cs typeface="Corbel" pitchFamily="2" charset="0"/>
        </a:defRPr>
      </a:lvl6pPr>
      <a:lvl7pPr marL="1899920" marR="0" indent="-228600" algn="l" defTabSz="914400">
        <a:lnSpc>
          <a:spcPct val="90000"/>
        </a:lnSpc>
        <a:spcBef>
          <a:spcPts val="200"/>
        </a:spcBef>
        <a:spcAft>
          <a:spcPts val="400"/>
        </a:spcAft>
        <a:buClr>
          <a:schemeClr val="accent1"/>
        </a:buClr>
        <a:buSzTx/>
        <a:buFont typeface="Corbel" pitchFamily="2" charset="0"/>
        <a:buChar char="•"/>
        <a:tabLst/>
        <a:defRPr lang="en-us" sz="1600" b="0" i="0" u="none" strike="noStrike" kern="1" cap="none" spc="0" baseline="0">
          <a:solidFill>
            <a:schemeClr val="accent1"/>
          </a:solidFill>
          <a:effectLst/>
          <a:latin typeface="Corbel" pitchFamily="2" charset="0"/>
          <a:ea typeface="Corbel" pitchFamily="2" charset="0"/>
          <a:cs typeface="Corbel" pitchFamily="2" charset="0"/>
        </a:defRPr>
      </a:lvl7pPr>
      <a:lvl8pPr marL="2200275" marR="0" indent="-228600" algn="l" defTabSz="914400">
        <a:lnSpc>
          <a:spcPct val="90000"/>
        </a:lnSpc>
        <a:spcBef>
          <a:spcPts val="200"/>
        </a:spcBef>
        <a:spcAft>
          <a:spcPts val="400"/>
        </a:spcAft>
        <a:buClr>
          <a:schemeClr val="accent1"/>
        </a:buClr>
        <a:buSzTx/>
        <a:buFont typeface="Corbel" pitchFamily="2" charset="0"/>
        <a:buChar char="•"/>
        <a:tabLst/>
        <a:defRPr lang="en-us" sz="1600" b="0" i="0" u="none" strike="noStrike" kern="1" cap="none" spc="0" baseline="0">
          <a:solidFill>
            <a:schemeClr val="accent1"/>
          </a:solidFill>
          <a:effectLst/>
          <a:latin typeface="Corbel" pitchFamily="2" charset="0"/>
          <a:ea typeface="Corbel" pitchFamily="2" charset="0"/>
          <a:cs typeface="Corbel" pitchFamily="2" charset="0"/>
        </a:defRPr>
      </a:lvl8pPr>
      <a:lvl9pPr marL="2499995" marR="0" indent="-228600" algn="l" defTabSz="914400">
        <a:lnSpc>
          <a:spcPct val="90000"/>
        </a:lnSpc>
        <a:spcBef>
          <a:spcPts val="200"/>
        </a:spcBef>
        <a:spcAft>
          <a:spcPts val="400"/>
        </a:spcAft>
        <a:buClr>
          <a:schemeClr val="accent1"/>
        </a:buClr>
        <a:buSzTx/>
        <a:buFont typeface="Corbel" pitchFamily="2" charset="0"/>
        <a:buChar char="•"/>
        <a:tabLst/>
        <a:defRPr lang="en-us" sz="1600" b="0" i="0" u="none" strike="noStrike" kern="1" cap="none" spc="0" baseline="0">
          <a:solidFill>
            <a:schemeClr val="accent1"/>
          </a:solidFill>
          <a:effectLst/>
          <a:latin typeface="Corbel" pitchFamily="2" charset="0"/>
          <a:ea typeface="Corbel" pitchFamily="2" charset="0"/>
          <a:cs typeface="Corbel"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orbel" pitchFamily="2" charset="0"/>
          <a:ea typeface="Corbel" pitchFamily="2" charset="0"/>
          <a:cs typeface="Corbel" pitchFamily="2" charset="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E0AAAAAkAAAAEgAAACQAAAASAAAAAAAAAAB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vhwAAJMBAADKLAAAowYAABAgAAAmAAAACAAAAP//////////"/>
              </a:ext>
            </a:extLst>
          </p:cNvSpPr>
          <p:nvPr/>
        </p:nvSpPr>
        <p:spPr>
          <a:xfrm>
            <a:off x="4672330" y="255905"/>
            <a:ext cx="2608580" cy="822960"/>
          </a:xfrm>
          <a:prstGeom prst="rect">
            <a:avLst/>
          </a:prstGeom>
          <a:noFill/>
          <a:ln>
            <a:noFill/>
          </a:ln>
          <a:effectLst/>
        </p:spPr>
        <p:txBody>
          <a:bodyPr vert="horz" wrap="none" lIns="91440" tIns="45720" rIns="91440" bIns="45720" numCol="1" spcCol="215900" anchor="ctr"/>
          <a:lstStyle>
            <a:lvl1pPr indent="457200">
              <a:spcBef>
                <a:spcPts val="0"/>
              </a:spcBef>
              <a:spcAft>
                <a:spcPts val="0"/>
              </a:spcAft>
              <a:defRPr lang="en-us" cap="none">
                <a:solidFill>
                  <a:schemeClr val="tx1"/>
                </a:solidFill>
                <a:latin typeface="Arial" pitchFamily="2" charset="0"/>
                <a:ea typeface="Corbel" pitchFamily="2" charset="0"/>
                <a:cs typeface="Corbel" pitchFamily="2" charset="0"/>
              </a:defRPr>
            </a:lvl1pPr>
            <a:lvl2pPr>
              <a:spcBef>
                <a:spcPts val="0"/>
              </a:spcBef>
              <a:spcAft>
                <a:spcPts val="0"/>
              </a:spcAft>
              <a:defRPr lang="en-us" cap="none">
                <a:solidFill>
                  <a:schemeClr val="tx1"/>
                </a:solidFill>
                <a:latin typeface="Arial" pitchFamily="2" charset="0"/>
                <a:ea typeface="Corbel" pitchFamily="2" charset="0"/>
                <a:cs typeface="Corbel" pitchFamily="2" charset="0"/>
              </a:defRPr>
            </a:lvl2pPr>
            <a:lvl3pPr>
              <a:spcBef>
                <a:spcPts val="0"/>
              </a:spcBef>
              <a:spcAft>
                <a:spcPts val="0"/>
              </a:spcAft>
              <a:defRPr lang="en-us" cap="none">
                <a:solidFill>
                  <a:schemeClr val="tx1"/>
                </a:solidFill>
                <a:latin typeface="Arial" pitchFamily="2" charset="0"/>
                <a:ea typeface="Corbel" pitchFamily="2" charset="0"/>
                <a:cs typeface="Corbel" pitchFamily="2" charset="0"/>
              </a:defRPr>
            </a:lvl3pPr>
            <a:lvl4pPr>
              <a:spcBef>
                <a:spcPts val="0"/>
              </a:spcBef>
              <a:spcAft>
                <a:spcPts val="0"/>
              </a:spcAft>
              <a:defRPr lang="en-us" cap="none">
                <a:solidFill>
                  <a:schemeClr val="tx1"/>
                </a:solidFill>
                <a:latin typeface="Arial" pitchFamily="2" charset="0"/>
                <a:ea typeface="Corbel" pitchFamily="2" charset="0"/>
                <a:cs typeface="Corbel" pitchFamily="2" charset="0"/>
              </a:defRPr>
            </a:lvl4pPr>
            <a:lvl5pPr>
              <a:spcBef>
                <a:spcPts val="0"/>
              </a:spcBef>
              <a:spcAft>
                <a:spcPts val="0"/>
              </a:spcAft>
              <a:defRPr lang="en-us" cap="none">
                <a:solidFill>
                  <a:schemeClr val="tx1"/>
                </a:solidFill>
                <a:latin typeface="Arial" pitchFamily="2" charset="0"/>
                <a:ea typeface="Corbel" pitchFamily="2" charset="0"/>
                <a:cs typeface="Corbel" pitchFamily="2" charset="0"/>
              </a:defRPr>
            </a:lvl5pPr>
            <a:lvl6pPr>
              <a:spcBef>
                <a:spcPts val="0"/>
              </a:spcBef>
              <a:spcAft>
                <a:spcPts val="0"/>
              </a:spcAft>
              <a:defRPr lang="en-us" cap="none">
                <a:solidFill>
                  <a:schemeClr val="tx1"/>
                </a:solidFill>
                <a:latin typeface="Arial" pitchFamily="2" charset="0"/>
                <a:ea typeface="Corbel" pitchFamily="2" charset="0"/>
                <a:cs typeface="Corbel" pitchFamily="2" charset="0"/>
              </a:defRPr>
            </a:lvl6pPr>
            <a:lvl7pPr>
              <a:spcBef>
                <a:spcPts val="0"/>
              </a:spcBef>
              <a:spcAft>
                <a:spcPts val="0"/>
              </a:spcAft>
              <a:defRPr lang="en-us" cap="none">
                <a:solidFill>
                  <a:schemeClr val="tx1"/>
                </a:solidFill>
                <a:latin typeface="Arial" pitchFamily="2" charset="0"/>
                <a:ea typeface="Corbel" pitchFamily="2" charset="0"/>
                <a:cs typeface="Corbel" pitchFamily="2" charset="0"/>
              </a:defRPr>
            </a:lvl7pPr>
            <a:lvl8pPr>
              <a:spcBef>
                <a:spcPts val="0"/>
              </a:spcBef>
              <a:spcAft>
                <a:spcPts val="0"/>
              </a:spcAft>
              <a:defRPr lang="en-us" cap="none">
                <a:solidFill>
                  <a:schemeClr val="tx1"/>
                </a:solidFill>
                <a:latin typeface="Arial" pitchFamily="2" charset="0"/>
                <a:ea typeface="Corbel" pitchFamily="2" charset="0"/>
                <a:cs typeface="Corbel" pitchFamily="2" charset="0"/>
              </a:defRPr>
            </a:lvl8pPr>
            <a:lvl9pPr>
              <a:spcBef>
                <a:spcPts val="0"/>
              </a:spcBef>
              <a:spcAft>
                <a:spcPts val="0"/>
              </a:spcAft>
              <a:defRPr lang="en-us" cap="none">
                <a:solidFill>
                  <a:schemeClr val="tx1"/>
                </a:solidFill>
                <a:latin typeface="Arial" pitchFamily="2" charset="0"/>
                <a:ea typeface="Corbel" pitchFamily="2" charset="0"/>
                <a:cs typeface="Corbel" pitchFamily="2" charset="0"/>
              </a:defRPr>
            </a:lvl9pPr>
          </a:lstStyle>
          <a:p>
            <a:pPr marL="0" marR="0" indent="457200" algn="ctr" defTabSz="914400">
              <a:lnSpc>
                <a:spcPct val="100000"/>
              </a:lnSpc>
              <a:spcBef>
                <a:spcPts val="0"/>
              </a:spcBef>
              <a:spcAft>
                <a:spcPts val="0"/>
              </a:spcAft>
              <a:buNone/>
              <a:tabLst/>
              <a:defRPr lang="en-us" sz="1600" cap="none"/>
            </a:pPr>
            <a:r>
              <a:rPr lang="en-us" b="1" cap="none">
                <a:latin typeface="Times New Roman" pitchFamily="1" charset="0"/>
                <a:ea typeface="Calibri" pitchFamily="2" charset="0"/>
                <a:cs typeface="Times New Roman" pitchFamily="1" charset="0"/>
              </a:rPr>
              <a:t>PROJECT REPORT</a:t>
            </a:r>
          </a:p>
          <a:p>
            <a:pPr marL="0" marR="0" indent="457200" algn="ctr" defTabSz="914400">
              <a:lnSpc>
                <a:spcPct val="100000"/>
              </a:lnSpc>
              <a:spcBef>
                <a:spcPts val="0"/>
              </a:spcBef>
              <a:spcAft>
                <a:spcPts val="0"/>
              </a:spcAft>
              <a:buNone/>
              <a:tabLst/>
              <a:defRPr lang="en-us"/>
            </a:pPr>
            <a:r>
              <a:rPr lang="en-us" sz="1400" b="1" cap="none">
                <a:latin typeface="Times New Roman" pitchFamily="1" charset="0"/>
                <a:ea typeface="Calibri" pitchFamily="2" charset="0"/>
                <a:cs typeface="Times New Roman" pitchFamily="1" charset="0"/>
              </a:rPr>
              <a:t>ON </a:t>
            </a:r>
            <a:endParaRPr lang="en-us" sz="900" cap="none"/>
          </a:p>
          <a:p>
            <a:pPr algn="ctr" defTabSz="914400">
              <a:tabLst/>
              <a:defRPr lang="en-us"/>
            </a:pPr>
            <a:r>
              <a:rPr lang="en-in" b="1" u="sng" cap="none">
                <a:latin typeface="Times New Roman" pitchFamily="1" charset="0"/>
                <a:ea typeface="Corbel" pitchFamily="2" charset="0"/>
                <a:cs typeface="Times New Roman" pitchFamily="1" charset="0"/>
              </a:rPr>
              <a:t>Online Car Buy/Sell</a:t>
            </a:r>
            <a:endParaRPr lang="en-us" u="sng" cap="none">
              <a:latin typeface="Times New Roman" pitchFamily="1" charset="0"/>
              <a:ea typeface="Corbel" pitchFamily="2" charset="0"/>
              <a:cs typeface="Times New Roman" pitchFamily="1" charset="0"/>
            </a:endParaRPr>
          </a:p>
        </p:txBody>
      </p:sp>
      <p:pic>
        <p:nvPicPr>
          <p:cNvPr id="3" name="Picture 1" descr="Hemchandracharya North Gujarat University | Logopedia | Fandom"/>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yo28YhMAAAAlAAAAEQAAAC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AcAAAA4AAAAAAAAAAAAAAAAAAAA////AAAAAAAAAAAAAAAAAAAAAAAAAAAAAAAAAAAAAABkAAAAZAAAAAAAAAAjAAAABAAAAGQAAAAXAAAAFAAAAAAAAAAAAAAA/38AAP9/AAAAAAAACQAAAAQAAAAAm+cB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JnLOAX///8BAAAAAAAAAAAAAAAAAAAAAAAAAAAAAAAAAAAAAAAAAAAAAAACf39/AOLfzAPMzMwAwMD/AH9/fwAAAAAAAAAAAAAAAAD///8AAAAAACEAAAAYAAAAFAAAAK4gAADpBgAA1ywAAO4WAAAQAAAAJgAAAAgAAAD//////////w=="/>
              </a:ext>
            </a:extLst>
          </p:cNvPicPr>
          <p:nvPr/>
        </p:nvPicPr>
        <p:blipFill>
          <a:blip r:embed="rId2"/>
          <a:stretch>
            <a:fillRect/>
          </a:stretch>
        </p:blipFill>
        <p:spPr>
          <a:xfrm>
            <a:off x="5312410" y="1123315"/>
            <a:ext cx="1976755" cy="2604135"/>
          </a:xfrm>
          <a:prstGeom prst="rect">
            <a:avLst/>
          </a:prstGeom>
          <a:noFill/>
          <a:ln>
            <a:noFill/>
          </a:ln>
          <a:effectLst/>
        </p:spPr>
      </p:pic>
      <p:sp>
        <p:nvSpPr>
          <p:cNvPr id="4" name="Rectangle 3"/>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E0AAAAAkAAAAEgAAACQAAAASAAAAAAAAAAB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GwgAAIQYAAApRAAAxCYAABAgAAAmAAAACAAAAP//////////"/>
              </a:ext>
            </a:extLst>
          </p:cNvSpPr>
          <p:nvPr/>
        </p:nvSpPr>
        <p:spPr>
          <a:xfrm>
            <a:off x="1317625" y="3985260"/>
            <a:ext cx="9762490" cy="2316480"/>
          </a:xfrm>
          <a:prstGeom prst="rect">
            <a:avLst/>
          </a:prstGeom>
          <a:noFill/>
          <a:ln>
            <a:noFill/>
          </a:ln>
          <a:effectLst/>
        </p:spPr>
        <p:txBody>
          <a:bodyPr vert="horz" wrap="square" lIns="91440" tIns="45720" rIns="91440" bIns="45720" numCol="1" spcCol="215900" anchor="ctr"/>
          <a:lstStyle>
            <a:lvl1pPr indent="457200">
              <a:spcBef>
                <a:spcPts val="0"/>
              </a:spcBef>
              <a:spcAft>
                <a:spcPts val="0"/>
              </a:spcAft>
              <a:defRPr lang="en-us" cap="none">
                <a:solidFill>
                  <a:schemeClr val="tx1"/>
                </a:solidFill>
                <a:latin typeface="Arial" pitchFamily="2" charset="0"/>
                <a:ea typeface="Corbel" pitchFamily="2" charset="0"/>
                <a:cs typeface="Corbel" pitchFamily="2" charset="0"/>
              </a:defRPr>
            </a:lvl1pPr>
            <a:lvl2pPr>
              <a:spcBef>
                <a:spcPts val="0"/>
              </a:spcBef>
              <a:spcAft>
                <a:spcPts val="0"/>
              </a:spcAft>
              <a:defRPr lang="en-us" cap="none">
                <a:solidFill>
                  <a:schemeClr val="tx1"/>
                </a:solidFill>
                <a:latin typeface="Arial" pitchFamily="2" charset="0"/>
                <a:ea typeface="Corbel" pitchFamily="2" charset="0"/>
                <a:cs typeface="Corbel" pitchFamily="2" charset="0"/>
              </a:defRPr>
            </a:lvl2pPr>
            <a:lvl3pPr>
              <a:spcBef>
                <a:spcPts val="0"/>
              </a:spcBef>
              <a:spcAft>
                <a:spcPts val="0"/>
              </a:spcAft>
              <a:defRPr lang="en-us" cap="none">
                <a:solidFill>
                  <a:schemeClr val="tx1"/>
                </a:solidFill>
                <a:latin typeface="Arial" pitchFamily="2" charset="0"/>
                <a:ea typeface="Corbel" pitchFamily="2" charset="0"/>
                <a:cs typeface="Corbel" pitchFamily="2" charset="0"/>
              </a:defRPr>
            </a:lvl3pPr>
            <a:lvl4pPr>
              <a:spcBef>
                <a:spcPts val="0"/>
              </a:spcBef>
              <a:spcAft>
                <a:spcPts val="0"/>
              </a:spcAft>
              <a:defRPr lang="en-us" cap="none">
                <a:solidFill>
                  <a:schemeClr val="tx1"/>
                </a:solidFill>
                <a:latin typeface="Arial" pitchFamily="2" charset="0"/>
                <a:ea typeface="Corbel" pitchFamily="2" charset="0"/>
                <a:cs typeface="Corbel" pitchFamily="2" charset="0"/>
              </a:defRPr>
            </a:lvl4pPr>
            <a:lvl5pPr>
              <a:spcBef>
                <a:spcPts val="0"/>
              </a:spcBef>
              <a:spcAft>
                <a:spcPts val="0"/>
              </a:spcAft>
              <a:defRPr lang="en-us" cap="none">
                <a:solidFill>
                  <a:schemeClr val="tx1"/>
                </a:solidFill>
                <a:latin typeface="Arial" pitchFamily="2" charset="0"/>
                <a:ea typeface="Corbel" pitchFamily="2" charset="0"/>
                <a:cs typeface="Corbel" pitchFamily="2" charset="0"/>
              </a:defRPr>
            </a:lvl5pPr>
            <a:lvl6pPr>
              <a:spcBef>
                <a:spcPts val="0"/>
              </a:spcBef>
              <a:spcAft>
                <a:spcPts val="0"/>
              </a:spcAft>
              <a:defRPr lang="en-us" cap="none">
                <a:solidFill>
                  <a:schemeClr val="tx1"/>
                </a:solidFill>
                <a:latin typeface="Arial" pitchFamily="2" charset="0"/>
                <a:ea typeface="Corbel" pitchFamily="2" charset="0"/>
                <a:cs typeface="Corbel" pitchFamily="2" charset="0"/>
              </a:defRPr>
            </a:lvl6pPr>
            <a:lvl7pPr>
              <a:spcBef>
                <a:spcPts val="0"/>
              </a:spcBef>
              <a:spcAft>
                <a:spcPts val="0"/>
              </a:spcAft>
              <a:defRPr lang="en-us" cap="none">
                <a:solidFill>
                  <a:schemeClr val="tx1"/>
                </a:solidFill>
                <a:latin typeface="Arial" pitchFamily="2" charset="0"/>
                <a:ea typeface="Corbel" pitchFamily="2" charset="0"/>
                <a:cs typeface="Corbel" pitchFamily="2" charset="0"/>
              </a:defRPr>
            </a:lvl7pPr>
            <a:lvl8pPr>
              <a:spcBef>
                <a:spcPts val="0"/>
              </a:spcBef>
              <a:spcAft>
                <a:spcPts val="0"/>
              </a:spcAft>
              <a:defRPr lang="en-us" cap="none">
                <a:solidFill>
                  <a:schemeClr val="tx1"/>
                </a:solidFill>
                <a:latin typeface="Arial" pitchFamily="2" charset="0"/>
                <a:ea typeface="Corbel" pitchFamily="2" charset="0"/>
                <a:cs typeface="Corbel" pitchFamily="2" charset="0"/>
              </a:defRPr>
            </a:lvl8pPr>
            <a:lvl9pPr>
              <a:spcBef>
                <a:spcPts val="0"/>
              </a:spcBef>
              <a:spcAft>
                <a:spcPts val="0"/>
              </a:spcAft>
              <a:defRPr lang="en-us" cap="none">
                <a:solidFill>
                  <a:schemeClr val="tx1"/>
                </a:solidFill>
                <a:latin typeface="Arial" pitchFamily="2" charset="0"/>
                <a:ea typeface="Corbel" pitchFamily="2" charset="0"/>
                <a:cs typeface="Corbel" pitchFamily="2" charset="0"/>
              </a:defRPr>
            </a:lvl9pPr>
          </a:lstStyle>
          <a:p>
            <a:pPr marL="0" marR="0" indent="457200" algn="ctr" defTabSz="914400">
              <a:lnSpc>
                <a:spcPct val="100000"/>
              </a:lnSpc>
              <a:spcBef>
                <a:spcPts val="0"/>
              </a:spcBef>
              <a:spcAft>
                <a:spcPts val="0"/>
              </a:spcAft>
              <a:buNone/>
              <a:tabLst/>
              <a:defRPr lang="en-us" sz="1400" cap="none"/>
            </a:pPr>
            <a:r>
              <a:rPr lang="en-us" b="1" u="sng" cap="none" dirty="0">
                <a:latin typeface="Times New Roman" pitchFamily="1" charset="0"/>
                <a:ea typeface="Calibri" pitchFamily="2" charset="0"/>
                <a:cs typeface="Times New Roman" pitchFamily="1" charset="0"/>
              </a:rPr>
              <a:t>SUBMITTED TO :-</a:t>
            </a:r>
          </a:p>
          <a:p>
            <a:pPr marL="0" marR="0" indent="457200" algn="ctr" defTabSz="914400">
              <a:lnSpc>
                <a:spcPct val="100000"/>
              </a:lnSpc>
              <a:spcBef>
                <a:spcPts val="0"/>
              </a:spcBef>
              <a:spcAft>
                <a:spcPts val="0"/>
              </a:spcAft>
              <a:buNone/>
              <a:tabLst/>
              <a:defRPr lang="en-us" sz="1400" cap="none"/>
            </a:pPr>
            <a:r>
              <a:rPr lang="en-us" b="1" cap="none" dirty="0">
                <a:latin typeface="Times New Roman" pitchFamily="1" charset="0"/>
                <a:ea typeface="Calibri" pitchFamily="2" charset="0"/>
                <a:cs typeface="Times New Roman" pitchFamily="1" charset="0"/>
              </a:rPr>
              <a:t>DEPARTMENT OF COMPUTER SCIENCE,</a:t>
            </a:r>
          </a:p>
          <a:p>
            <a:pPr marL="0" marR="0" indent="457200" algn="ctr" defTabSz="914400">
              <a:lnSpc>
                <a:spcPct val="100000"/>
              </a:lnSpc>
              <a:spcBef>
                <a:spcPts val="0"/>
              </a:spcBef>
              <a:spcAft>
                <a:spcPts val="0"/>
              </a:spcAft>
              <a:buNone/>
              <a:tabLst/>
              <a:defRPr lang="en-us" sz="1400" cap="none"/>
            </a:pPr>
            <a:r>
              <a:rPr lang="en-us" b="1" cap="none" dirty="0">
                <a:latin typeface="Times New Roman" pitchFamily="1" charset="0"/>
                <a:ea typeface="Calibri" pitchFamily="2" charset="0"/>
                <a:cs typeface="Times New Roman" pitchFamily="1" charset="0"/>
              </a:rPr>
              <a:t>HEMCHANDRACHARYA NORTH GUJARAT UNIVERSITY,PATAN</a:t>
            </a:r>
          </a:p>
          <a:p>
            <a:pPr marL="0" marR="0" indent="457200" algn="ctr" defTabSz="914400">
              <a:lnSpc>
                <a:spcPct val="100000"/>
              </a:lnSpc>
              <a:spcBef>
                <a:spcPts val="0"/>
              </a:spcBef>
              <a:spcAft>
                <a:spcPts val="0"/>
              </a:spcAft>
              <a:buNone/>
              <a:tabLst/>
              <a:defRPr lang="en-us"/>
            </a:pPr>
            <a:endParaRPr lang="en-us" sz="800" cap="none" dirty="0"/>
          </a:p>
          <a:p>
            <a:pPr marL="0" marR="0" indent="457200" algn="ctr" defTabSz="914400">
              <a:lnSpc>
                <a:spcPct val="100000"/>
              </a:lnSpc>
              <a:spcBef>
                <a:spcPts val="0"/>
              </a:spcBef>
              <a:spcAft>
                <a:spcPts val="0"/>
              </a:spcAft>
              <a:buNone/>
              <a:tabLst/>
              <a:defRPr lang="en-us"/>
            </a:pPr>
            <a:endParaRPr lang="en-us" sz="800" cap="none" dirty="0"/>
          </a:p>
          <a:p>
            <a:pPr marL="0" marR="0" indent="457200" algn="just" defTabSz="914400">
              <a:lnSpc>
                <a:spcPct val="100000"/>
              </a:lnSpc>
              <a:spcBef>
                <a:spcPts val="0"/>
              </a:spcBef>
              <a:spcAft>
                <a:spcPts val="0"/>
              </a:spcAft>
              <a:buNone/>
              <a:tabLst/>
              <a:defRPr lang="en-us" sz="1400" cap="none"/>
            </a:pPr>
            <a:r>
              <a:rPr lang="en-us" b="1" u="sng" cap="none" dirty="0">
                <a:latin typeface="Times New Roman" pitchFamily="1" charset="0"/>
                <a:ea typeface="Calibri" pitchFamily="2" charset="0"/>
                <a:cs typeface="Times New Roman" pitchFamily="1" charset="0"/>
              </a:rPr>
              <a:t>SUBMITED BY:-</a:t>
            </a:r>
            <a:r>
              <a:rPr lang="en-us" b="1" cap="none" dirty="0">
                <a:latin typeface="Times New Roman" pitchFamily="1" charset="0"/>
                <a:ea typeface="Calibri" pitchFamily="2" charset="0"/>
                <a:cs typeface="Times New Roman" pitchFamily="1" charset="0"/>
              </a:rPr>
              <a:t> 		                                                                                           PROJECT GUIDE :                              </a:t>
            </a:r>
          </a:p>
          <a:p>
            <a:pPr marL="0" marR="0" indent="457200" algn="just" defTabSz="914400">
              <a:lnSpc>
                <a:spcPct val="100000"/>
              </a:lnSpc>
              <a:spcBef>
                <a:spcPts val="0"/>
              </a:spcBef>
              <a:spcAft>
                <a:spcPts val="0"/>
              </a:spcAft>
              <a:buNone/>
              <a:tabLst/>
              <a:defRPr lang="en-us" sz="1400" cap="none"/>
            </a:pPr>
            <a:r>
              <a:rPr lang="en-us" b="1" cap="none" dirty="0">
                <a:latin typeface="Times New Roman" pitchFamily="1" charset="0"/>
                <a:ea typeface="Calibri" pitchFamily="2" charset="0"/>
                <a:cs typeface="Times New Roman" pitchFamily="1" charset="0"/>
              </a:rPr>
              <a:t>				</a:t>
            </a:r>
          </a:p>
          <a:p>
            <a:pPr marL="0" marR="0" indent="457200" algn="just" defTabSz="914400">
              <a:lnSpc>
                <a:spcPct val="100000"/>
              </a:lnSpc>
              <a:spcBef>
                <a:spcPts val="0"/>
              </a:spcBef>
              <a:spcAft>
                <a:spcPts val="0"/>
              </a:spcAft>
              <a:buNone/>
              <a:tabLst/>
              <a:defRPr lang="en-us" sz="1200" cap="none"/>
            </a:pPr>
            <a:r>
              <a:rPr lang="en-us" b="1" cap="none" dirty="0">
                <a:latin typeface="Times New Roman" pitchFamily="1" charset="0"/>
                <a:ea typeface="Calibri" pitchFamily="2" charset="0"/>
                <a:cs typeface="Times New Roman" pitchFamily="1" charset="0"/>
              </a:rPr>
              <a:t>NAME	                         EXAM NO                                                                                                                  Dr Jignesh B. Patel</a:t>
            </a:r>
          </a:p>
          <a:p>
            <a:pPr marL="0" marR="0" indent="457200" algn="just" defTabSz="914400">
              <a:lnSpc>
                <a:spcPct val="100000"/>
              </a:lnSpc>
              <a:spcBef>
                <a:spcPts val="0"/>
              </a:spcBef>
              <a:spcAft>
                <a:spcPts val="0"/>
              </a:spcAft>
              <a:buNone/>
              <a:tabLst/>
              <a:defRPr lang="en-us" sz="1200" cap="none"/>
            </a:pPr>
            <a:endParaRPr lang="en-us" b="1" cap="none" dirty="0">
              <a:latin typeface="Times New Roman" pitchFamily="1" charset="0"/>
              <a:ea typeface="Calibri" pitchFamily="2" charset="0"/>
              <a:cs typeface="Times New Roman" pitchFamily="1" charset="0"/>
            </a:endParaRPr>
          </a:p>
          <a:p>
            <a:pPr marL="0" marR="0" indent="457200" algn="just" defTabSz="914400">
              <a:lnSpc>
                <a:spcPct val="100000"/>
              </a:lnSpc>
              <a:spcBef>
                <a:spcPts val="0"/>
              </a:spcBef>
              <a:spcAft>
                <a:spcPts val="0"/>
              </a:spcAft>
              <a:buNone/>
              <a:tabLst/>
              <a:defRPr lang="en-us" sz="1200" cap="none"/>
            </a:pPr>
            <a:r>
              <a:rPr lang="en-us" b="1" cap="none" dirty="0">
                <a:latin typeface="Times New Roman" pitchFamily="1" charset="0"/>
                <a:ea typeface="Calibri" pitchFamily="2" charset="0"/>
                <a:cs typeface="Times New Roman" pitchFamily="1" charset="0"/>
              </a:rPr>
              <a:t>(1) Sunasara Abrarali Z..	           </a:t>
            </a:r>
            <a:r>
              <a:rPr lang="en-us" b="1" dirty="0">
                <a:latin typeface="Times New Roman" pitchFamily="1" charset="0"/>
                <a:ea typeface="Calibri" pitchFamily="2" charset="0"/>
                <a:cs typeface="Times New Roman" pitchFamily="1" charset="0"/>
              </a:rPr>
              <a:t>29					               Mr. Amit Patel</a:t>
            </a:r>
            <a:endParaRPr lang="en-us" b="1" cap="none" dirty="0">
              <a:latin typeface="Times New Roman" pitchFamily="1" charset="0"/>
              <a:ea typeface="Calibri" pitchFamily="2" charset="0"/>
              <a:cs typeface="Times New Roman" pitchFamily="1" charset="0"/>
            </a:endParaRPr>
          </a:p>
          <a:p>
            <a:pPr marL="0" marR="0" indent="457200" algn="just" defTabSz="914400">
              <a:lnSpc>
                <a:spcPct val="100000"/>
              </a:lnSpc>
              <a:spcBef>
                <a:spcPts val="0"/>
              </a:spcBef>
              <a:spcAft>
                <a:spcPts val="0"/>
              </a:spcAft>
              <a:buNone/>
              <a:tabLst/>
              <a:defRPr lang="en-us" sz="1200" cap="none"/>
            </a:pPr>
            <a:r>
              <a:rPr lang="en-us" b="1" cap="none" dirty="0">
                <a:latin typeface="Times New Roman" pitchFamily="1" charset="0"/>
                <a:ea typeface="Calibri" pitchFamily="2" charset="0"/>
                <a:cs typeface="Times New Roman" pitchFamily="1" charset="0"/>
              </a:rPr>
              <a:t>(2) </a:t>
            </a:r>
            <a:r>
              <a:rPr lang="en-us" b="1" cap="none" dirty="0" err="1">
                <a:latin typeface="Times New Roman" pitchFamily="1" charset="0"/>
                <a:ea typeface="Calibri" pitchFamily="2" charset="0"/>
                <a:cs typeface="Times New Roman" pitchFamily="1" charset="0"/>
              </a:rPr>
              <a:t>Kadiwal</a:t>
            </a:r>
            <a:r>
              <a:rPr lang="en-us" b="1" cap="none" dirty="0">
                <a:latin typeface="Times New Roman" pitchFamily="1" charset="0"/>
                <a:ea typeface="Calibri" pitchFamily="2" charset="0"/>
                <a:cs typeface="Times New Roman" pitchFamily="1" charset="0"/>
              </a:rPr>
              <a:t> </a:t>
            </a:r>
            <a:r>
              <a:rPr lang="en-us" b="1" cap="none" dirty="0" err="1">
                <a:latin typeface="Times New Roman" pitchFamily="1" charset="0"/>
                <a:ea typeface="Calibri" pitchFamily="2" charset="0"/>
                <a:cs typeface="Times New Roman" pitchFamily="1" charset="0"/>
              </a:rPr>
              <a:t>Shiraj</a:t>
            </a:r>
            <a:r>
              <a:rPr lang="en-us" b="1" cap="none" dirty="0">
                <a:latin typeface="Times New Roman" pitchFamily="1" charset="0"/>
                <a:ea typeface="Calibri" pitchFamily="2" charset="0"/>
                <a:cs typeface="Times New Roman" pitchFamily="1" charset="0"/>
              </a:rPr>
              <a:t> A.	         182</a:t>
            </a:r>
          </a:p>
          <a:p>
            <a:pPr marL="0" marR="0" indent="457200" algn="just" defTabSz="914400">
              <a:lnSpc>
                <a:spcPct val="100000"/>
              </a:lnSpc>
              <a:spcBef>
                <a:spcPts val="0"/>
              </a:spcBef>
              <a:spcAft>
                <a:spcPts val="0"/>
              </a:spcAft>
              <a:buNone/>
              <a:tabLst/>
              <a:defRPr lang="en-us" sz="1200" cap="none"/>
            </a:pPr>
            <a:r>
              <a:rPr lang="en-US" b="1" dirty="0">
                <a:latin typeface="Times New Roman" pitchFamily="1" charset="0"/>
                <a:ea typeface="Calibri" pitchFamily="2" charset="0"/>
                <a:cs typeface="Times New Roman" pitchFamily="1" charset="0"/>
              </a:rPr>
              <a:t>(3) </a:t>
            </a:r>
            <a:r>
              <a:rPr lang="en-US" b="1" dirty="0" err="1">
                <a:latin typeface="Times New Roman" pitchFamily="1" charset="0"/>
                <a:ea typeface="Calibri" pitchFamily="2" charset="0"/>
                <a:cs typeface="Times New Roman" pitchFamily="1" charset="0"/>
              </a:rPr>
              <a:t>Haba</a:t>
            </a:r>
            <a:r>
              <a:rPr lang="en-US" b="1" dirty="0">
                <a:latin typeface="Times New Roman" pitchFamily="1" charset="0"/>
                <a:ea typeface="Calibri" pitchFamily="2" charset="0"/>
                <a:cs typeface="Times New Roman" pitchFamily="1" charset="0"/>
              </a:rPr>
              <a:t> Faizal M.		           61	</a:t>
            </a:r>
            <a:endParaRPr lang="en-us" b="1" cap="none" dirty="0">
              <a:latin typeface="Times New Roman" pitchFamily="1" charset="0"/>
              <a:ea typeface="Corbel" pitchFamily="2" charset="0"/>
              <a:cs typeface="Times New Roman" pitchFamily="1" charset="0"/>
            </a:endParaRPr>
          </a:p>
          <a:p>
            <a:pPr marL="0" marR="0" indent="457200" algn="l" defTabSz="914400">
              <a:lnSpc>
                <a:spcPct val="100000"/>
              </a:lnSpc>
              <a:spcBef>
                <a:spcPts val="0"/>
              </a:spcBef>
              <a:spcAft>
                <a:spcPts val="0"/>
              </a:spcAft>
              <a:buNone/>
              <a:tabLst/>
              <a:defRPr lang="en-us" sz="1200" cap="none"/>
            </a:pPr>
            <a:endParaRPr lang="en-us" b="1" cap="non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11504478"/>
              </p:ext>
            </p:extLst>
          </p:nvPr>
        </p:nvGraphicFramePr>
        <p:xfrm>
          <a:off x="1371600" y="1190625"/>
          <a:ext cx="9610725" cy="5240909"/>
        </p:xfrm>
        <a:graphic>
          <a:graphicData uri="http://schemas.openxmlformats.org/drawingml/2006/table">
            <a:tbl>
              <a:tblPr>
                <a:noFill/>
              </a:tblPr>
              <a:tblGrid>
                <a:gridCol w="4795520">
                  <a:extLst>
                    <a:ext uri="{9D8B030D-6E8A-4147-A177-3AD203B41FA5}">
                      <a16:colId xmlns:a16="http://schemas.microsoft.com/office/drawing/2014/main" val="20000"/>
                    </a:ext>
                  </a:extLst>
                </a:gridCol>
                <a:gridCol w="4815205">
                  <a:extLst>
                    <a:ext uri="{9D8B030D-6E8A-4147-A177-3AD203B41FA5}">
                      <a16:colId xmlns:a16="http://schemas.microsoft.com/office/drawing/2014/main" val="20001"/>
                    </a:ext>
                  </a:extLst>
                </a:gridCol>
              </a:tblGrid>
              <a:tr h="870585">
                <a:tc>
                  <a:txBody>
                    <a:bodyPr/>
                    <a:lstStyle/>
                    <a:p>
                      <a:pPr marL="457200" marR="0" indent="0" algn="ctr">
                        <a:lnSpc>
                          <a:spcPct val="115000"/>
                        </a:lnSpc>
                        <a:spcAft>
                          <a:spcPts val="0"/>
                        </a:spcAft>
                        <a:buNone/>
                        <a:defRPr lang="en-us" sz="1600" b="1" cap="none">
                          <a:solidFill>
                            <a:srgbClr val="FFFFFF"/>
                          </a:solidFill>
                          <a:latin typeface="Times New Roman" pitchFamily="1" charset="0"/>
                          <a:ea typeface="Times New Roman" pitchFamily="1" charset="0"/>
                          <a:cs typeface="Times New Roman" pitchFamily="1" charset="0"/>
                        </a:defRPr>
                      </a:pPr>
                      <a:r>
                        <a:rPr lang="en-in" cap="none" dirty="0"/>
                        <a:t>Project Definition</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marR="0" indent="0" algn="ctr">
                        <a:lnSpc>
                          <a:spcPct val="115000"/>
                        </a:lnSpc>
                        <a:spcAft>
                          <a:spcPts val="0"/>
                        </a:spcAft>
                        <a:buNone/>
                        <a:defRPr lang="en-us" sz="1600" b="1" cap="none">
                          <a:solidFill>
                            <a:srgbClr val="FFFFFF"/>
                          </a:solidFill>
                          <a:latin typeface="Times New Roman" pitchFamily="1" charset="0"/>
                          <a:ea typeface="Times New Roman" pitchFamily="1" charset="0"/>
                          <a:cs typeface="Times New Roman" pitchFamily="1" charset="0"/>
                        </a:defRPr>
                      </a:pPr>
                      <a:r>
                        <a:rPr lang="en-in" cap="none" dirty="0"/>
                        <a:t>Online Car Buy/sell System</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656524234" type="min" val="870585"/>
                  </a:ext>
                </a:extLst>
              </a:tr>
              <a:tr h="870585">
                <a:tc>
                  <a:txBody>
                    <a:bodyPr/>
                    <a:lstStyle/>
                    <a:p>
                      <a:pPr marL="457200" marR="0" indent="0" algn="ctr">
                        <a:lnSpc>
                          <a:spcPct val="115000"/>
                        </a:lnSpc>
                        <a:spcAft>
                          <a:spcPts val="0"/>
                        </a:spcAft>
                        <a:buNone/>
                        <a:defRPr lang="en-us" sz="1600" b="1" cap="none">
                          <a:solidFill>
                            <a:srgbClr val="FFFFFF"/>
                          </a:solidFill>
                          <a:latin typeface="Times New Roman" pitchFamily="1" charset="0"/>
                          <a:ea typeface="Times New Roman" pitchFamily="1" charset="0"/>
                          <a:cs typeface="Times New Roman" pitchFamily="1" charset="0"/>
                        </a:defRPr>
                      </a:pPr>
                      <a:r>
                        <a:rPr lang="en-in" cap="none" dirty="0"/>
                        <a:t>Front End</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a:t>HTML, CSS, </a:t>
                      </a:r>
                      <a:r>
                        <a:rPr lang="en-in" cap="none" dirty="0" err="1"/>
                        <a:t>Bootstrap,JavaScript</a:t>
                      </a:r>
                      <a:endParaRPr lang="en-in" cap="none" dirty="0"/>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656524234" type="min" val="870585"/>
                  </a:ext>
                </a:extLst>
              </a:tr>
              <a:tr h="870585">
                <a:tc>
                  <a:txBody>
                    <a:bodyPr/>
                    <a:lstStyle/>
                    <a:p>
                      <a:pPr marL="457200" marR="0" indent="0" algn="ctr">
                        <a:lnSpc>
                          <a:spcPct val="115000"/>
                        </a:lnSpc>
                        <a:spcAft>
                          <a:spcPts val="0"/>
                        </a:spcAft>
                        <a:buNone/>
                        <a:defRPr lang="en-us" sz="1600" b="1" cap="none">
                          <a:solidFill>
                            <a:srgbClr val="FFFFFF"/>
                          </a:solidFill>
                          <a:latin typeface="Times New Roman" pitchFamily="1" charset="0"/>
                          <a:ea typeface="Times New Roman" pitchFamily="1" charset="0"/>
                          <a:cs typeface="Times New Roman" pitchFamily="1" charset="0"/>
                        </a:defRPr>
                      </a:pPr>
                      <a:r>
                        <a:rPr lang="en-in" cap="none" dirty="0"/>
                        <a:t>Back End</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a:t>MYSQL , JSP, Servlet</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656524234" type="min" val="870585"/>
                  </a:ext>
                </a:extLst>
              </a:tr>
              <a:tr h="870585">
                <a:tc>
                  <a:txBody>
                    <a:bodyPr/>
                    <a:lstStyle/>
                    <a:p>
                      <a:pPr marL="457200" marR="0" indent="0" algn="ctr">
                        <a:lnSpc>
                          <a:spcPct val="115000"/>
                        </a:lnSpc>
                        <a:spcAft>
                          <a:spcPts val="0"/>
                        </a:spcAft>
                        <a:buNone/>
                        <a:defRPr lang="en-us" sz="1600" b="1" cap="none">
                          <a:solidFill>
                            <a:srgbClr val="FFFFFF"/>
                          </a:solidFill>
                          <a:latin typeface="Times New Roman" pitchFamily="1" charset="0"/>
                          <a:ea typeface="Times New Roman" pitchFamily="1" charset="0"/>
                          <a:cs typeface="Times New Roman" pitchFamily="1" charset="0"/>
                        </a:defRPr>
                      </a:pPr>
                      <a:r>
                        <a:rPr lang="en-in" cap="none"/>
                        <a:t>Team Size</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a:t>3</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656524234" type="min" val="870585"/>
                  </a:ext>
                </a:extLst>
              </a:tr>
              <a:tr h="870585">
                <a:tc>
                  <a:txBody>
                    <a:bodyPr/>
                    <a:lstStyle/>
                    <a:p>
                      <a:pPr marL="457200" marR="0" indent="0" algn="ctr">
                        <a:lnSpc>
                          <a:spcPct val="115000"/>
                        </a:lnSpc>
                        <a:spcAft>
                          <a:spcPts val="0"/>
                        </a:spcAft>
                        <a:buNone/>
                        <a:defRPr lang="en-us" sz="1600" b="1" cap="none">
                          <a:solidFill>
                            <a:srgbClr val="FFFFFF"/>
                          </a:solidFill>
                          <a:latin typeface="Times New Roman" pitchFamily="1" charset="0"/>
                          <a:ea typeface="Times New Roman" pitchFamily="1" charset="0"/>
                          <a:cs typeface="Times New Roman" pitchFamily="1" charset="0"/>
                        </a:defRPr>
                      </a:pPr>
                      <a:r>
                        <a:rPr lang="en-in" cap="none"/>
                        <a:t>Developed By</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a:t>Sunasara Abrarali Z.</a:t>
                      </a:r>
                    </a:p>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err="1"/>
                        <a:t>Kadiwal</a:t>
                      </a:r>
                      <a:r>
                        <a:rPr lang="en-IN" cap="none" dirty="0"/>
                        <a:t> </a:t>
                      </a:r>
                      <a:r>
                        <a:rPr lang="en-IN" cap="none" dirty="0" err="1"/>
                        <a:t>Shiraj</a:t>
                      </a:r>
                      <a:r>
                        <a:rPr lang="en-IN" cap="none" dirty="0"/>
                        <a:t> A.</a:t>
                      </a:r>
                    </a:p>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err="1"/>
                        <a:t>Haba</a:t>
                      </a:r>
                      <a:r>
                        <a:rPr lang="en-IN" cap="none" dirty="0"/>
                        <a:t> Faizal M.</a:t>
                      </a:r>
                      <a:endParaRPr lang="en-in" cap="none" dirty="0"/>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4"/>
                  </a:ext>
                  <a:ext uri="smNativeData">
                    <pr:rowheight xmlns:pr="smNativeData" xmlns="" xmlns:p15="http://schemas.microsoft.com/office/powerpoint/2012/main" xmlns:p14="http://schemas.microsoft.com/office/powerpoint/2010/main" xmlns:mc="http://schemas.openxmlformats.org/markup-compatibility/2006" dt="1656524234" type="min" val="870585"/>
                  </a:ext>
                </a:extLst>
              </a:tr>
              <a:tr h="871220">
                <a:tc>
                  <a:txBody>
                    <a:bodyPr/>
                    <a:lstStyle/>
                    <a:p>
                      <a:pPr marL="457200" marR="0" indent="0" algn="ctr">
                        <a:lnSpc>
                          <a:spcPct val="115000"/>
                        </a:lnSpc>
                        <a:spcAft>
                          <a:spcPts val="0"/>
                        </a:spcAft>
                        <a:buNone/>
                        <a:defRPr lang="en-us" sz="1600" b="1" cap="none">
                          <a:solidFill>
                            <a:srgbClr val="FFFFFF"/>
                          </a:solidFill>
                          <a:latin typeface="Times New Roman" pitchFamily="1" charset="0"/>
                          <a:ea typeface="Times New Roman" pitchFamily="1" charset="0"/>
                          <a:cs typeface="Times New Roman" pitchFamily="1" charset="0"/>
                        </a:defRPr>
                      </a:pPr>
                      <a:r>
                        <a:rPr lang="en-in" cap="none"/>
                        <a:t>Submit To</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a:t>Dept. of Computer Science,</a:t>
                      </a:r>
                    </a:p>
                    <a:p>
                      <a:pPr marL="457200" marR="0" indent="0" algn="ctr">
                        <a:lnSpc>
                          <a:spcPct val="115000"/>
                        </a:lnSpc>
                        <a:spcAft>
                          <a:spcPts val="0"/>
                        </a:spcAft>
                        <a:buNone/>
                        <a:defRPr lang="en-us" sz="1600" cap="none">
                          <a:solidFill>
                            <a:srgbClr val="000000"/>
                          </a:solidFill>
                          <a:latin typeface="Times New Roman" pitchFamily="1" charset="0"/>
                          <a:ea typeface="Times New Roman" pitchFamily="1" charset="0"/>
                          <a:cs typeface="Times New Roman" pitchFamily="1" charset="0"/>
                        </a:defRPr>
                      </a:pPr>
                      <a:r>
                        <a:rPr lang="en-in" cap="none" dirty="0"/>
                        <a:t>HNGU, Patan</a:t>
                      </a:r>
                    </a:p>
                  </a:txBody>
                  <a:tcPr marL="68580" marR="0" marT="6858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5"/>
                  </a:ext>
                  <a:ext uri="smNativeData">
                    <pr:rowheight xmlns:pr="smNativeData" xmlns="" xmlns:p15="http://schemas.microsoft.com/office/powerpoint/2012/main" xmlns:p14="http://schemas.microsoft.com/office/powerpoint/2010/main" xmlns:mc="http://schemas.openxmlformats.org/markup-compatibility/2006" dt="1656524234" type="min" val="871220"/>
                  </a:ext>
                </a:extLst>
              </a:tr>
            </a:tbl>
          </a:graphicData>
        </a:graphic>
      </p:graphicFrame>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s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rh4AAGACAAA6LgAAuAUAABAAAAAmAAAACAAAAP//////////"/>
              </a:ext>
            </a:extLst>
          </p:cNvSpPr>
          <p:nvPr/>
        </p:nvSpPr>
        <p:spPr>
          <a:xfrm>
            <a:off x="4987290" y="386080"/>
            <a:ext cx="2527300" cy="543560"/>
          </a:xfrm>
          <a:prstGeom prst="rect">
            <a:avLst/>
          </a:prstGeom>
          <a:noFill/>
          <a:ln>
            <a:noFill/>
          </a:ln>
          <a:effectLst/>
        </p:spPr>
        <p:txBody>
          <a:bodyPr vert="horz" wrap="square" numCol="1" spcCol="215900" anchor="t"/>
          <a:lstStyle/>
          <a:p>
            <a:pPr>
              <a:defRPr lang="en-us" u="sng"/>
            </a:pPr>
            <a:r>
              <a:rPr lang="en-us" sz="2600" b="1" cap="none">
                <a:latin typeface="Times New Roman" pitchFamily="1" charset="0"/>
                <a:ea typeface="Times New Roman" pitchFamily="1" charset="0"/>
                <a:cs typeface="Times New Roman" pitchFamily="1" charset="0"/>
              </a:rPr>
              <a:t>Project</a:t>
            </a:r>
            <a:r>
              <a:t> </a:t>
            </a:r>
            <a:r>
              <a:rPr lang="en-us" sz="2600" b="1" cap="none">
                <a:latin typeface="Times New Roman" pitchFamily="1" charset="0"/>
                <a:ea typeface="Times New Roman" pitchFamily="1" charset="0"/>
                <a:cs typeface="Times New Roman" pitchFamily="1" charset="0"/>
              </a:rPr>
              <a:t>Profile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KAG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eB4AAGsDAACfLAAAmgcAABAAAAAmAAAACAAAAP//////////"/>
              </a:ext>
            </a:extLst>
          </p:cNvSpPr>
          <p:nvPr/>
        </p:nvSpPr>
        <p:spPr>
          <a:xfrm>
            <a:off x="4953000" y="555625"/>
            <a:ext cx="2300605" cy="680085"/>
          </a:xfrm>
          <a:prstGeom prst="rect">
            <a:avLst/>
          </a:prstGeom>
          <a:noFill/>
          <a:ln>
            <a:noFill/>
          </a:ln>
          <a:effectLst/>
        </p:spPr>
        <p:txBody>
          <a:bodyPr vert="horz" wrap="square" numCol="1" spcCol="215900" anchor="t"/>
          <a:lstStyle/>
          <a:p>
            <a:pPr>
              <a:defRPr lang="en-us" sz="3000" b="1" u="sng" cap="none"/>
            </a:pPr>
            <a:r>
              <a:t>Introduction</a:t>
            </a:r>
          </a:p>
        </p:txBody>
      </p:sp>
      <p:sp>
        <p:nvSpPr>
          <p:cNvPr id="3" name="Textbox2"/>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8M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vgcAAJkKAAATQwAA0SAAAAAgAAAmAAAACAAAAP//////////"/>
              </a:ext>
            </a:extLst>
          </p:cNvSpPr>
          <p:nvPr/>
        </p:nvSpPr>
        <p:spPr>
          <a:xfrm>
            <a:off x="1258570" y="1722755"/>
            <a:ext cx="9645015" cy="3611880"/>
          </a:xfrm>
          <a:prstGeom prst="rect">
            <a:avLst/>
          </a:prstGeom>
          <a:noFill/>
          <a:ln>
            <a:noFill/>
          </a:ln>
          <a:effectLst/>
        </p:spPr>
        <p:txBody>
          <a:bodyPr vert="horz" wrap="square" numCol="1" spcCol="215900" anchor="t"/>
          <a:lstStyle/>
          <a:p>
            <a:pPr>
              <a:lnSpc>
                <a:spcPct val="150000"/>
              </a:lnSpc>
              <a:buFont typeface="Wingdings" pitchFamily="2" charset="2"/>
              <a:buChar char=""/>
              <a:defRPr lang="en-us" sz="2200" cap="none"/>
            </a:pPr>
            <a:r>
              <a:rPr dirty="0"/>
              <a:t>Online Car buy/sell means used cars including </a:t>
            </a:r>
            <a:r>
              <a:rPr dirty="0" err="1"/>
              <a:t>budget,model</a:t>
            </a:r>
            <a:r>
              <a:rPr dirty="0"/>
              <a:t>, prices, company etc.</a:t>
            </a:r>
          </a:p>
          <a:p>
            <a:pPr>
              <a:lnSpc>
                <a:spcPct val="150000"/>
              </a:lnSpc>
              <a:buFont typeface="Wingdings" pitchFamily="2" charset="2"/>
              <a:buChar char=""/>
              <a:defRPr lang="en-us" sz="2200" cap="none"/>
            </a:pPr>
            <a:r>
              <a:rPr dirty="0"/>
              <a:t> Our project is meant to give people a better and trustworthy platform where they can sell and buy cars of their own choice and obviously on their own terms and condition.</a:t>
            </a:r>
          </a:p>
          <a:p>
            <a:pPr>
              <a:lnSpc>
                <a:spcPct val="150000"/>
              </a:lnSpc>
              <a:buFont typeface="Wingdings" pitchFamily="2" charset="2"/>
              <a:buChar char=""/>
              <a:defRPr lang="en-us" sz="2200" cap="none"/>
            </a:pPr>
            <a:r>
              <a:rPr dirty="0"/>
              <a:t> With the help of internet and computer systems a man from remote area can buy/sell his car from anywhere the country/world.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HwG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Hh4AAFkDAACvLwAApQgAABAAAAAmAAAACAAAAP//////////"/>
              </a:ext>
            </a:extLst>
          </p:cNvSpPr>
          <p:nvPr/>
        </p:nvSpPr>
        <p:spPr>
          <a:xfrm>
            <a:off x="4895850" y="544195"/>
            <a:ext cx="2855595" cy="861060"/>
          </a:xfrm>
          <a:prstGeom prst="rect">
            <a:avLst/>
          </a:prstGeom>
          <a:noFill/>
          <a:ln>
            <a:noFill/>
          </a:ln>
          <a:effectLst/>
        </p:spPr>
        <p:txBody>
          <a:bodyPr vert="horz" wrap="square" numCol="1" spcCol="215900" anchor="t"/>
          <a:lstStyle/>
          <a:p>
            <a:pPr>
              <a:defRPr lang="en-us" sz="3000" b="1" u="sng" cap="none"/>
            </a:pPr>
            <a:r>
              <a:rPr dirty="0"/>
              <a:t>Existing System</a:t>
            </a:r>
          </a:p>
        </p:txBody>
      </p:sp>
      <p:sp>
        <p:nvSpPr>
          <p:cNvPr id="3" name="Textbox2"/>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wY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6AYAAMMJAAAqQgAAVCEAABAAAAAmAAAACAAAAP//////////"/>
              </a:ext>
            </a:extLst>
          </p:cNvSpPr>
          <p:nvPr/>
        </p:nvSpPr>
        <p:spPr>
          <a:xfrm>
            <a:off x="1122680" y="1586865"/>
            <a:ext cx="9632950" cy="3830955"/>
          </a:xfrm>
          <a:prstGeom prst="rect">
            <a:avLst/>
          </a:prstGeom>
          <a:noFill/>
          <a:ln>
            <a:noFill/>
          </a:ln>
          <a:effectLst/>
        </p:spPr>
        <p:txBody>
          <a:bodyPr vert="horz" wrap="square" numCol="1" spcCol="215900" anchor="t"/>
          <a:lstStyle/>
          <a:p>
            <a:pPr>
              <a:lnSpc>
                <a:spcPct val="150000"/>
              </a:lnSpc>
              <a:buFont typeface="Wingdings" pitchFamily="2" charset="2"/>
              <a:buChar char=""/>
              <a:defRPr lang="en-us" sz="2200" cap="none"/>
            </a:pPr>
            <a:r>
              <a:rPr dirty="0"/>
              <a:t>In the existing system, the registered users and unregistered users can buy/sell use cars with some searching criteria like color, company.</a:t>
            </a:r>
          </a:p>
          <a:p>
            <a:pPr>
              <a:lnSpc>
                <a:spcPct val="150000"/>
              </a:lnSpc>
              <a:buFont typeface="Wingdings" pitchFamily="2" charset="2"/>
              <a:buChar char=""/>
              <a:defRPr lang="en-us" sz="2200" cap="none"/>
            </a:pPr>
            <a:r>
              <a:rPr dirty="0"/>
              <a:t> In this system, if the visitors can visit the website once then message will not be going in their mobile/email by the existing system.</a:t>
            </a:r>
          </a:p>
          <a:p>
            <a:pPr>
              <a:lnSpc>
                <a:spcPct val="150000"/>
              </a:lnSpc>
              <a:buFont typeface="Wingdings" pitchFamily="2" charset="2"/>
              <a:buChar char=""/>
              <a:defRPr lang="en-us" sz="2200" cap="none"/>
            </a:pPr>
            <a:r>
              <a:rPr dirty="0"/>
              <a:t> The existing system is paid and in this system commission is taken for buying/selling used cars.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1"/>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4t/MA8zMzADAwP8Af39/AAAAAAAAAAAAAAAAAAAAAAAAAAAAIQAAABgAAAAUAAAA/REAAI8CAAB9NwAAUwcAABAAAAAmAAAACAAAAP//////////"/>
              </a:ext>
            </a:extLst>
          </p:cNvSpPr>
          <p:nvPr/>
        </p:nvSpPr>
        <p:spPr>
          <a:xfrm>
            <a:off x="2924175" y="415925"/>
            <a:ext cx="6096000" cy="774700"/>
          </a:xfrm>
          <a:prstGeom prst="rect">
            <a:avLst/>
          </a:prstGeom>
          <a:noFill/>
          <a:ln>
            <a:noFill/>
          </a:ln>
          <a:effectLst/>
        </p:spPr>
        <p:txBody>
          <a:bodyPr vert="horz" wrap="square" lIns="91440" tIns="45720" rIns="91440" bIns="45720" numCol="1" spcCol="215900" anchor="t"/>
          <a:lstStyle/>
          <a:p>
            <a:pPr algn="ctr">
              <a:lnSpc>
                <a:spcPct val="107000"/>
              </a:lnSpc>
              <a:spcAft>
                <a:spcPts val="800"/>
              </a:spcAft>
              <a:defRPr lang="en-us" b="1" cap="none"/>
            </a:pPr>
            <a:r>
              <a:rPr lang="en-us" sz="2800" u="sng" cap="none" dirty="0">
                <a:latin typeface="Times New Roman" pitchFamily="1" charset="0"/>
                <a:ea typeface="Corbel" pitchFamily="2" charset="0"/>
                <a:cs typeface="Shruti" charset="0"/>
              </a:rPr>
              <a:t>MODULES</a:t>
            </a:r>
            <a:endParaRPr lang="en-in" sz="1200" u="sng" cap="none" dirty="0">
              <a:latin typeface="Times New Roman" pitchFamily="1" charset="0"/>
              <a:ea typeface="Corbel" pitchFamily="2" charset="0"/>
              <a:cs typeface="Shruti" charset="0"/>
            </a:endParaRPr>
          </a:p>
        </p:txBody>
      </p:sp>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ML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7BEAAL0KAACAMQAAeRgAABAAAAAmAAAACAAAAP//////////"/>
              </a:ext>
            </a:extLst>
          </p:cNvSpPr>
          <p:nvPr/>
        </p:nvSpPr>
        <p:spPr>
          <a:xfrm>
            <a:off x="2924175" y="1489583"/>
            <a:ext cx="5133340" cy="2232660"/>
          </a:xfrm>
          <a:prstGeom prst="rect">
            <a:avLst/>
          </a:prstGeom>
          <a:noFill/>
          <a:ln>
            <a:noFill/>
          </a:ln>
          <a:effectLst/>
        </p:spPr>
        <p:txBody>
          <a:bodyPr vert="horz" wrap="square" numCol="1" spcCol="215900" anchor="t"/>
          <a:lstStyle/>
          <a:p>
            <a:pPr marL="514350" indent="-514350">
              <a:buAutoNum type="arabicPeriod"/>
              <a:defRPr lang="en-us" sz="2200" cap="none">
                <a:latin typeface="Times New Roman" pitchFamily="1" charset="0"/>
                <a:ea typeface="Times New Roman" pitchFamily="1" charset="0"/>
                <a:cs typeface="Times New Roman" pitchFamily="1" charset="0"/>
              </a:defRPr>
            </a:pPr>
            <a:r>
              <a:rPr lang="en-us" sz="2800" b="1" cap="none" dirty="0"/>
              <a:t>User</a:t>
            </a:r>
            <a:r>
              <a:rPr lang="en-us" sz="2800" cap="none" dirty="0"/>
              <a:t> </a:t>
            </a:r>
          </a:p>
          <a:p>
            <a:pPr indent="288290" algn="just">
              <a:lnSpc>
                <a:spcPct val="150000"/>
              </a:lnSpc>
              <a:spcAft>
                <a:spcPts val="1000"/>
              </a:spcAft>
            </a:pPr>
            <a:r>
              <a:rPr lang="en-US" sz="1600" dirty="0"/>
              <a:t>		</a:t>
            </a:r>
            <a:r>
              <a:rPr lang="en-US" sz="1600" b="1" dirty="0">
                <a:effectLst/>
                <a:latin typeface="Times New Roman" panose="02020603050405020304" pitchFamily="18" charset="0"/>
                <a:ea typeface="Calibri" panose="020F0502020204030204" pitchFamily="34" charset="0"/>
              </a:rPr>
              <a:t>1.1 Visitor/Guest</a:t>
            </a:r>
            <a:endParaRPr lang="en-US" sz="1600" dirty="0">
              <a:effectLst/>
              <a:latin typeface="Calibri" panose="020F0502020204030204" pitchFamily="34" charset="0"/>
              <a:ea typeface="Calibri" panose="020F0502020204030204" pitchFamily="34" charset="0"/>
            </a:endParaRPr>
          </a:p>
          <a:p>
            <a:pPr lvl="1" algn="just">
              <a:lnSpc>
                <a:spcPct val="150000"/>
              </a:lnSpc>
              <a:spcAft>
                <a:spcPts val="1000"/>
              </a:spcAft>
            </a:pPr>
            <a:r>
              <a:rPr lang="en-US" sz="1600" b="1" dirty="0">
                <a:effectLst/>
                <a:latin typeface="Times New Roman" panose="02020603050405020304" pitchFamily="18" charset="0"/>
                <a:ea typeface="Calibri" panose="020F0502020204030204" pitchFamily="34" charset="0"/>
              </a:rPr>
              <a:t>	1.2  Registered User</a:t>
            </a:r>
            <a:endParaRPr lang="en-US" sz="1600" dirty="0">
              <a:effectLst/>
              <a:latin typeface="Calibri" panose="020F0502020204030204" pitchFamily="34" charset="0"/>
              <a:ea typeface="Calibri" panose="020F0502020204030204" pitchFamily="34" charset="0"/>
            </a:endParaRPr>
          </a:p>
          <a:p>
            <a:pPr marL="228600" algn="just">
              <a:lnSpc>
                <a:spcPct val="150000"/>
              </a:lnSpc>
              <a:spcAft>
                <a:spcPts val="1000"/>
              </a:spcAft>
            </a:pPr>
            <a:r>
              <a:rPr lang="en-US" sz="1600" dirty="0"/>
              <a:t>		</a:t>
            </a:r>
            <a:r>
              <a:rPr lang="en-US" sz="1600" b="1" dirty="0">
                <a:effectLst/>
                <a:latin typeface="Times New Roman" panose="02020603050405020304" pitchFamily="18" charset="0"/>
                <a:ea typeface="Calibri" panose="020F0502020204030204" pitchFamily="34" charset="0"/>
              </a:rPr>
              <a:t>1.3 Subscriber</a:t>
            </a:r>
            <a:endParaRPr lang="en-US" sz="1600" dirty="0">
              <a:effectLst/>
              <a:latin typeface="Calibri" panose="020F0502020204030204" pitchFamily="34" charset="0"/>
              <a:ea typeface="Calibri" panose="020F0502020204030204" pitchFamily="34" charset="0"/>
            </a:endParaRPr>
          </a:p>
          <a:p>
            <a:pPr>
              <a:defRPr lang="en-us" sz="2200" cap="none">
                <a:latin typeface="Times New Roman" pitchFamily="1" charset="0"/>
                <a:ea typeface="Times New Roman" pitchFamily="1" charset="0"/>
                <a:cs typeface="Times New Roman" pitchFamily="1" charset="0"/>
              </a:defRPr>
            </a:pPr>
            <a:endParaRPr dirty="0"/>
          </a:p>
        </p:txBody>
      </p:sp>
      <p:sp>
        <p:nvSpPr>
          <p:cNvPr id="4" name="Textbox1">
            <a:extLst>
              <a:ext uri="{FF2B5EF4-FFF2-40B4-BE49-F238E27FC236}">
                <a16:creationId xmlns:a16="http://schemas.microsoft.com/office/drawing/2014/main" id="{24F543BD-0D70-0102-39BE-234A6556BA89}"/>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ML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7BEAAL0KAACAMQAAeRgAABAAAAAmAAAACAAAAP//////////"/>
              </a:ext>
            </a:extLst>
          </p:cNvSpPr>
          <p:nvPr/>
        </p:nvSpPr>
        <p:spPr>
          <a:xfrm>
            <a:off x="2924175" y="3534791"/>
            <a:ext cx="5133340" cy="2232660"/>
          </a:xfrm>
          <a:prstGeom prst="rect">
            <a:avLst/>
          </a:prstGeom>
          <a:noFill/>
          <a:ln>
            <a:noFill/>
          </a:ln>
          <a:effectLst/>
        </p:spPr>
        <p:txBody>
          <a:bodyPr vert="horz" wrap="square" numCol="1" spcCol="215900" anchor="t"/>
          <a:lstStyle/>
          <a:p>
            <a:pPr>
              <a:defRPr lang="en-us" sz="2200" cap="none">
                <a:latin typeface="Times New Roman" pitchFamily="1" charset="0"/>
                <a:ea typeface="Times New Roman" pitchFamily="1" charset="0"/>
                <a:cs typeface="Times New Roman" pitchFamily="1" charset="0"/>
              </a:defRPr>
            </a:pPr>
            <a:r>
              <a:rPr lang="en-us" sz="2800" b="1" cap="none" dirty="0"/>
              <a:t>2.  Admin</a:t>
            </a:r>
            <a:endParaRPr lang="en-us" sz="2800" cap="none" dirty="0"/>
          </a:p>
          <a:p>
            <a:pPr indent="288290" algn="just">
              <a:lnSpc>
                <a:spcPct val="150000"/>
              </a:lnSpc>
              <a:spcAft>
                <a:spcPts val="1000"/>
              </a:spcAft>
            </a:pPr>
            <a:r>
              <a:rPr lang="en-US" sz="1600" dirty="0"/>
              <a:t>		</a:t>
            </a:r>
            <a:r>
              <a:rPr lang="en-US" sz="1600" b="1" dirty="0">
                <a:effectLst/>
                <a:latin typeface="Times New Roman" panose="02020603050405020304" pitchFamily="18" charset="0"/>
                <a:ea typeface="Calibri" panose="020F0502020204030204" pitchFamily="34" charset="0"/>
              </a:rPr>
              <a:t>2.1 Website Administrator</a:t>
            </a:r>
            <a:endParaRPr lang="en-US" sz="1600" dirty="0">
              <a:effectLst/>
              <a:latin typeface="Calibri" panose="020F0502020204030204" pitchFamily="34" charset="0"/>
              <a:ea typeface="Calibri" panose="020F0502020204030204" pitchFamily="34" charset="0"/>
            </a:endParaRPr>
          </a:p>
          <a:p>
            <a:pPr indent="288290" algn="just">
              <a:lnSpc>
                <a:spcPct val="150000"/>
              </a:lnSpc>
              <a:spcAft>
                <a:spcPts val="1000"/>
              </a:spcAft>
            </a:pPr>
            <a:r>
              <a:rPr lang="en-US" sz="1600" b="1" dirty="0">
                <a:effectLst/>
                <a:latin typeface="Times New Roman" panose="02020603050405020304" pitchFamily="18" charset="0"/>
                <a:ea typeface="Calibri" panose="020F0502020204030204" pitchFamily="34" charset="0"/>
              </a:rPr>
              <a:t>		2.2 Content Moderator</a:t>
            </a:r>
            <a:endParaRPr lang="en-US" sz="1200" dirty="0">
              <a:effectLst/>
              <a:latin typeface="Calibri" panose="020F0502020204030204" pitchFamily="34" charset="0"/>
              <a:ea typeface="Calibri" panose="020F0502020204030204" pitchFamily="34" charset="0"/>
            </a:endParaRPr>
          </a:p>
          <a:p>
            <a:pPr marL="228600" algn="just">
              <a:lnSpc>
                <a:spcPct val="150000"/>
              </a:lnSpc>
              <a:spcAft>
                <a:spcPts val="1000"/>
              </a:spcAft>
            </a:pPr>
            <a:r>
              <a:rPr lang="en-US" sz="1600" dirty="0"/>
              <a:t>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OwI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zBwAAJUFAAClLgAARwkAABAAAAAmAAAACAAAAP//////////"/>
              </a:ext>
            </a:extLst>
          </p:cNvSpPr>
          <p:nvPr/>
        </p:nvSpPr>
        <p:spPr>
          <a:xfrm>
            <a:off x="4681220" y="907415"/>
            <a:ext cx="2901315" cy="600710"/>
          </a:xfrm>
          <a:prstGeom prst="rect">
            <a:avLst/>
          </a:prstGeom>
          <a:noFill/>
          <a:ln>
            <a:noFill/>
          </a:ln>
          <a:effectLst/>
        </p:spPr>
        <p:txBody>
          <a:bodyPr vert="horz" wrap="square" numCol="1" spcCol="215900" anchor="t"/>
          <a:lstStyle/>
          <a:p>
            <a:pPr>
              <a:defRPr lang="en-us" b="1" u="sng" cap="none"/>
            </a:pPr>
            <a:r>
              <a:rPr lang="en-us" sz="3000" cap="none" dirty="0"/>
              <a:t>1) User Module</a:t>
            </a:r>
          </a:p>
        </p:txBody>
      </p:sp>
      <p:sp>
        <p:nvSpPr>
          <p:cNvPr id="3" name="Textbox2"/>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FYP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bw4AAHALAAB+PQAAKCUAABAgAAAmAAAACAAAAP//////////"/>
              </a:ext>
            </a:extLst>
          </p:cNvSpPr>
          <p:nvPr/>
        </p:nvSpPr>
        <p:spPr>
          <a:xfrm>
            <a:off x="2752344" y="2270188"/>
            <a:ext cx="6574537" cy="2317623"/>
          </a:xfrm>
          <a:prstGeom prst="rect">
            <a:avLst/>
          </a:prstGeom>
          <a:noFill/>
          <a:ln>
            <a:noFill/>
          </a:ln>
          <a:effectLst/>
        </p:spPr>
        <p:txBody>
          <a:bodyPr vert="horz" wrap="square" numCol="1" spcCol="215900" anchor="t"/>
          <a:lstStyle/>
          <a:p>
            <a:pPr indent="288290" algn="just">
              <a:lnSpc>
                <a:spcPct val="150000"/>
              </a:lnSpc>
              <a:spcAft>
                <a:spcPts val="1000"/>
              </a:spcAft>
            </a:pPr>
            <a:r>
              <a:rPr lang="en-US" sz="1600" b="1" dirty="0">
                <a:effectLst/>
                <a:latin typeface="Times New Roman" panose="02020603050405020304" pitchFamily="18" charset="0"/>
                <a:ea typeface="Calibri" panose="020F0502020204030204" pitchFamily="34" charset="0"/>
              </a:rPr>
              <a:t>1.1 Visitor/Guest</a:t>
            </a:r>
            <a:endParaRPr lang="en-US" sz="16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Can browse the website.</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View listings of cars available for sale.</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Read information about the website and its services.</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Cannot access features related to buying or selling without subscription</a:t>
            </a:r>
            <a:endParaRPr lang="en-US" sz="1400" dirty="0">
              <a:effectLst/>
              <a:latin typeface="Calibri" panose="020F0502020204030204" pitchFamily="34" charset="0"/>
              <a:ea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2">
            <a:extLst>
              <a:ext uri="{FF2B5EF4-FFF2-40B4-BE49-F238E27FC236}">
                <a16:creationId xmlns:a16="http://schemas.microsoft.com/office/drawing/2014/main" id="{F90892CE-5F08-F11A-0FCC-A2F0571F3FC9}"/>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FYP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bw4AAHALAAB+PQAAKCUAABAgAAAmAAAACAAAAP//////////"/>
              </a:ext>
            </a:extLst>
          </p:cNvSpPr>
          <p:nvPr/>
        </p:nvSpPr>
        <p:spPr>
          <a:xfrm>
            <a:off x="2258569" y="1383221"/>
            <a:ext cx="7662354" cy="3417380"/>
          </a:xfrm>
          <a:prstGeom prst="rect">
            <a:avLst/>
          </a:prstGeom>
          <a:noFill/>
          <a:ln>
            <a:noFill/>
          </a:ln>
          <a:effectLst/>
        </p:spPr>
        <p:txBody>
          <a:bodyPr vert="horz" wrap="square" numCol="1" spcCol="215900" anchor="t"/>
          <a:lstStyle/>
          <a:p>
            <a:pPr lvl="1" algn="just">
              <a:lnSpc>
                <a:spcPct val="150000"/>
              </a:lnSpc>
              <a:spcAft>
                <a:spcPts val="1000"/>
              </a:spcAft>
            </a:pPr>
            <a:r>
              <a:rPr lang="en-US" sz="1800" b="1" dirty="0">
                <a:effectLst/>
                <a:latin typeface="Times New Roman" panose="02020603050405020304" pitchFamily="18" charset="0"/>
                <a:ea typeface="Calibri" panose="020F0502020204030204" pitchFamily="34" charset="0"/>
              </a:rPr>
              <a:t>1.2  Registered User</a:t>
            </a:r>
            <a:endParaRPr lang="en-US" sz="1800" dirty="0">
              <a:effectLst/>
              <a:latin typeface="Calibri" panose="020F0502020204030204" pitchFamily="34" charset="0"/>
              <a:ea typeface="Calibri" panose="020F0502020204030204" pitchFamily="34" charset="0"/>
            </a:endParaRPr>
          </a:p>
          <a:p>
            <a:pPr marL="1200150" lvl="2" indent="-285750" algn="just">
              <a:lnSpc>
                <a:spcPct val="150000"/>
              </a:lnSpc>
              <a:spcAft>
                <a:spcPts val="1000"/>
              </a:spcAft>
              <a:buFont typeface="Courier New" panose="02070309020205020404" pitchFamily="49" charset="0"/>
              <a:buChar char="o"/>
            </a:pPr>
            <a:r>
              <a:rPr lang="en-US" dirty="0">
                <a:effectLst/>
                <a:latin typeface="Times New Roman" panose="02020603050405020304" pitchFamily="18" charset="0"/>
                <a:ea typeface="Calibri" panose="020F0502020204030204" pitchFamily="34" charset="0"/>
              </a:rPr>
              <a:t>Can create an account on the website. </a:t>
            </a:r>
            <a:endParaRPr lang="en-US" dirty="0">
              <a:effectLst/>
              <a:latin typeface="Calibri" panose="020F0502020204030204" pitchFamily="34" charset="0"/>
              <a:ea typeface="Calibri" panose="020F0502020204030204" pitchFamily="34" charset="0"/>
            </a:endParaRPr>
          </a:p>
          <a:p>
            <a:pPr marL="1200150" lvl="2" indent="-285750" algn="just">
              <a:lnSpc>
                <a:spcPct val="150000"/>
              </a:lnSpc>
              <a:spcAft>
                <a:spcPts val="1000"/>
              </a:spcAft>
              <a:buFont typeface="Courier New" panose="02070309020205020404" pitchFamily="49" charset="0"/>
              <a:buChar char="o"/>
            </a:pPr>
            <a:r>
              <a:rPr lang="en-IN" dirty="0">
                <a:effectLst/>
                <a:latin typeface="Times New Roman" panose="02020603050405020304" pitchFamily="18" charset="0"/>
                <a:ea typeface="Calibri" panose="020F0502020204030204" pitchFamily="34" charset="0"/>
              </a:rPr>
              <a:t>Access basic features like saving favourite listings, setting preferences, and receiving notifications. </a:t>
            </a:r>
            <a:endParaRPr lang="en-US" dirty="0">
              <a:effectLst/>
              <a:latin typeface="Calibri" panose="020F0502020204030204" pitchFamily="34" charset="0"/>
              <a:ea typeface="Calibri" panose="020F0502020204030204" pitchFamily="34" charset="0"/>
            </a:endParaRPr>
          </a:p>
          <a:p>
            <a:pPr marL="1200150" lvl="2" indent="-285750" algn="just">
              <a:lnSpc>
                <a:spcPct val="150000"/>
              </a:lnSpc>
              <a:spcAft>
                <a:spcPts val="1000"/>
              </a:spcAft>
              <a:buFont typeface="Courier New" panose="02070309020205020404" pitchFamily="49" charset="0"/>
              <a:buChar char="o"/>
            </a:pPr>
            <a:r>
              <a:rPr lang="en-US" dirty="0">
                <a:effectLst/>
                <a:latin typeface="Times New Roman" panose="02020603050405020304" pitchFamily="18" charset="0"/>
                <a:ea typeface="Calibri" panose="020F0502020204030204" pitchFamily="34" charset="0"/>
              </a:rPr>
              <a:t>Can access the subscription page to buy a subscription plan. </a:t>
            </a:r>
            <a:endParaRPr lang="en-US" dirty="0">
              <a:effectLst/>
              <a:latin typeface="Calibri" panose="020F0502020204030204" pitchFamily="34" charset="0"/>
              <a:ea typeface="Calibri" panose="020F0502020204030204" pitchFamily="34" charset="0"/>
            </a:endParaRPr>
          </a:p>
          <a:p>
            <a:pPr marL="1200150" lvl="2" indent="-285750" algn="just">
              <a:lnSpc>
                <a:spcPct val="150000"/>
              </a:lnSpc>
              <a:spcAft>
                <a:spcPts val="1000"/>
              </a:spcAft>
              <a:buFont typeface="Courier New" panose="02070309020205020404" pitchFamily="49" charset="0"/>
              <a:buChar char="o"/>
            </a:pPr>
            <a:r>
              <a:rPr lang="en-US" dirty="0">
                <a:effectLst/>
                <a:latin typeface="Times New Roman" panose="02020603050405020304" pitchFamily="18" charset="0"/>
                <a:ea typeface="Calibri" panose="020F0502020204030204" pitchFamily="34" charset="0"/>
              </a:rPr>
              <a:t>Once subscribed, can access features for buying and selling cars. </a:t>
            </a:r>
            <a:endParaRPr lang="en-US"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819801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2">
            <a:extLst>
              <a:ext uri="{FF2B5EF4-FFF2-40B4-BE49-F238E27FC236}">
                <a16:creationId xmlns:a16="http://schemas.microsoft.com/office/drawing/2014/main" id="{EF6059F9-DB0C-29F4-A863-B856D7108D86}"/>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FYP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bw4AAHALAAB+PQAAKCUAABAgAAAmAAAACAAAAP//////////"/>
              </a:ext>
            </a:extLst>
          </p:cNvSpPr>
          <p:nvPr/>
        </p:nvSpPr>
        <p:spPr>
          <a:xfrm>
            <a:off x="3017520" y="1303401"/>
            <a:ext cx="7342633" cy="3616071"/>
          </a:xfrm>
          <a:prstGeom prst="rect">
            <a:avLst/>
          </a:prstGeom>
          <a:noFill/>
          <a:ln>
            <a:noFill/>
          </a:ln>
          <a:effectLst/>
        </p:spPr>
        <p:txBody>
          <a:bodyPr vert="horz" wrap="square" numCol="1" spcCol="215900" anchor="t"/>
          <a:lstStyle/>
          <a:p>
            <a:pPr marL="228600" algn="just">
              <a:lnSpc>
                <a:spcPct val="150000"/>
              </a:lnSpc>
              <a:spcAft>
                <a:spcPts val="1000"/>
              </a:spcAft>
            </a:pPr>
            <a:r>
              <a:rPr lang="en-US" sz="1600" b="1" dirty="0">
                <a:effectLst/>
                <a:latin typeface="Times New Roman" panose="02020603050405020304" pitchFamily="18" charset="0"/>
                <a:ea typeface="Calibri" panose="020F0502020204030204" pitchFamily="34" charset="0"/>
              </a:rPr>
              <a:t>1.3 Subscriber</a:t>
            </a:r>
            <a:endParaRPr lang="en-US" sz="1600" dirty="0">
              <a:effectLst/>
              <a:latin typeface="Calibri" panose="020F0502020204030204" pitchFamily="34" charset="0"/>
              <a:ea typeface="Calibri" panose="020F0502020204030204" pitchFamily="34" charset="0"/>
            </a:endParaRPr>
          </a:p>
          <a:p>
            <a:pPr marL="742950" lvl="1" indent="-285750" algn="just">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Paid user with access to premium features.</a:t>
            </a:r>
            <a:endParaRPr lang="en-US" sz="1400" dirty="0">
              <a:effectLst/>
              <a:latin typeface="Calibri" panose="020F0502020204030204" pitchFamily="34" charset="0"/>
              <a:ea typeface="Calibri" panose="020F0502020204030204" pitchFamily="34" charset="0"/>
            </a:endParaRPr>
          </a:p>
          <a:p>
            <a:pPr marL="742950" lvl="1" indent="-285750" algn="just">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Can create listings to sell cars.</a:t>
            </a:r>
            <a:endParaRPr lang="en-US" sz="1400" dirty="0">
              <a:effectLst/>
              <a:latin typeface="Calibri" panose="020F0502020204030204" pitchFamily="34" charset="0"/>
              <a:ea typeface="Calibri" panose="020F0502020204030204" pitchFamily="34" charset="0"/>
            </a:endParaRPr>
          </a:p>
          <a:p>
            <a:pPr marL="742950" lvl="1" indent="-285750" algn="just">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Can contact sellers and negotiate prices.</a:t>
            </a:r>
            <a:endParaRPr lang="en-US" sz="1400" dirty="0">
              <a:effectLst/>
              <a:latin typeface="Calibri" panose="020F0502020204030204" pitchFamily="34" charset="0"/>
              <a:ea typeface="Calibri" panose="020F0502020204030204" pitchFamily="34" charset="0"/>
            </a:endParaRPr>
          </a:p>
          <a:p>
            <a:pPr marL="742950" lvl="1" indent="-285750" algn="just">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Can view detailed information about listings.</a:t>
            </a:r>
            <a:endParaRPr lang="en-US" sz="1400" dirty="0">
              <a:effectLst/>
              <a:latin typeface="Calibri" panose="020F0502020204030204" pitchFamily="34" charset="0"/>
              <a:ea typeface="Calibri" panose="020F0502020204030204" pitchFamily="34" charset="0"/>
            </a:endParaRPr>
          </a:p>
          <a:p>
            <a:pPr marL="742950" lvl="1" indent="-285750" algn="just">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Can participate in forums or discussions related to cars.</a:t>
            </a:r>
            <a:endParaRPr lang="en-US" sz="1400" dirty="0">
              <a:effectLst/>
              <a:latin typeface="Calibri" panose="020F0502020204030204" pitchFamily="34" charset="0"/>
              <a:ea typeface="Calibri" panose="020F0502020204030204" pitchFamily="34" charset="0"/>
            </a:endParaRPr>
          </a:p>
          <a:p>
            <a:pPr marL="742950" lvl="1" indent="-285750" algn="just">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May have access to additional perks or benefits depending on the subscription tier.</a:t>
            </a:r>
            <a:endParaRPr lang="en-US"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223036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wb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lhwAAL4EAABMKwAAxgcAABAAAAAmAAAACAAAAP//////////"/>
              </a:ext>
            </a:extLst>
          </p:cNvSpPr>
          <p:nvPr/>
        </p:nvSpPr>
        <p:spPr>
          <a:xfrm>
            <a:off x="4121023" y="606298"/>
            <a:ext cx="3408934" cy="492760"/>
          </a:xfrm>
          <a:prstGeom prst="rect">
            <a:avLst/>
          </a:prstGeom>
          <a:noFill/>
          <a:ln>
            <a:noFill/>
          </a:ln>
          <a:effectLst/>
        </p:spPr>
        <p:txBody>
          <a:bodyPr vert="horz" wrap="square" numCol="1" spcCol="215900" anchor="t"/>
          <a:lstStyle/>
          <a:p>
            <a:pPr>
              <a:defRPr lang="en-us" sz="3000" b="1" u="sng" cap="none"/>
            </a:pPr>
            <a:r>
              <a:rPr dirty="0"/>
              <a:t>2) Admin Module</a:t>
            </a:r>
          </a:p>
        </p:txBody>
      </p:sp>
      <p:sp>
        <p:nvSpPr>
          <p:cNvPr id="3" name="Textbox2"/>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KEd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FREAALcLAACXNgAA1yEAABAgAAAmAAAACAAAAP//////////"/>
              </a:ext>
            </a:extLst>
          </p:cNvSpPr>
          <p:nvPr/>
        </p:nvSpPr>
        <p:spPr>
          <a:xfrm>
            <a:off x="2776854" y="1904364"/>
            <a:ext cx="7034657" cy="4231259"/>
          </a:xfrm>
          <a:prstGeom prst="rect">
            <a:avLst/>
          </a:prstGeom>
          <a:noFill/>
          <a:ln>
            <a:noFill/>
          </a:ln>
          <a:effectLst/>
        </p:spPr>
        <p:txBody>
          <a:bodyPr vert="horz" wrap="square" numCol="1" spcCol="215900" anchor="t"/>
          <a:lstStyle/>
          <a:p>
            <a:pPr indent="288290" algn="just">
              <a:lnSpc>
                <a:spcPct val="150000"/>
              </a:lnSpc>
              <a:spcAft>
                <a:spcPts val="1000"/>
              </a:spcAft>
            </a:pPr>
            <a:r>
              <a:rPr lang="en-US" sz="1600" b="1" dirty="0">
                <a:effectLst/>
                <a:latin typeface="Times New Roman" panose="02020603050405020304" pitchFamily="18" charset="0"/>
                <a:ea typeface="Calibri" panose="020F0502020204030204" pitchFamily="34" charset="0"/>
              </a:rPr>
              <a:t>2.1 Website Administrator</a:t>
            </a:r>
            <a:endParaRPr lang="en-US" sz="16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Manages the overall functioning of the website.</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Can add, edit, or remove listings.</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Manages user accounts and subscriptions.</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Monitors and moderates user-generated content, such as forum discussions and comments.</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Handles technical issues and ensures the website's smooth operation.</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Manages payment processing and subscription plans.</a:t>
            </a:r>
            <a:endParaRPr lang="en-US" sz="14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400" dirty="0">
                <a:effectLst/>
                <a:latin typeface="Times New Roman" panose="02020603050405020304" pitchFamily="18" charset="0"/>
                <a:ea typeface="Calibri" panose="020F0502020204030204" pitchFamily="34" charset="0"/>
              </a:rPr>
              <a:t>Responds to user inquiries and support </a:t>
            </a:r>
            <a:r>
              <a:rPr lang="en-US" sz="1400" dirty="0" err="1">
                <a:effectLst/>
                <a:latin typeface="Times New Roman" panose="02020603050405020304" pitchFamily="18" charset="0"/>
                <a:ea typeface="Calibri" panose="020F0502020204030204" pitchFamily="34" charset="0"/>
              </a:rPr>
              <a:t>ticketsite</a:t>
            </a:r>
            <a:r>
              <a:rPr lang="en-US" sz="1400" dirty="0">
                <a:effectLst/>
                <a:latin typeface="Times New Roman" panose="02020603050405020304" pitchFamily="18" charset="0"/>
                <a:ea typeface="Calibri" panose="020F0502020204030204" pitchFamily="34" charset="0"/>
              </a:rPr>
              <a:t>.</a:t>
            </a:r>
            <a:endParaRPr lang="en-US" sz="1400" dirty="0">
              <a:effectLst/>
              <a:latin typeface="Calibri" panose="020F0502020204030204" pitchFamily="34" charset="0"/>
              <a:ea typeface="Calibri" panose="020F0502020204030204" pitchFamily="34" charset="0"/>
            </a:endParaRPr>
          </a:p>
          <a:p>
            <a:pPr marL="0" marR="0" indent="0" algn="just" defTabSz="914400">
              <a:lnSpc>
                <a:spcPct val="150000"/>
              </a:lnSpc>
              <a:spcBef>
                <a:spcPts val="0"/>
              </a:spcBef>
              <a:spcAft>
                <a:spcPts val="1000"/>
              </a:spcAft>
              <a:buNone/>
              <a:tabLst/>
              <a:defRPr lang="en-us" sz="2000" cap="none">
                <a:solidFill>
                  <a:srgbClr val="000000"/>
                </a:solidFill>
                <a:uFill>
                  <a:solidFill>
                    <a:srgbClr val="000000"/>
                  </a:solidFill>
                </a:uFill>
                <a:latin typeface="Times New Roman" pitchFamily="1" charset="0"/>
                <a:ea typeface="Times New Roman" pitchFamily="1" charset="0"/>
                <a:cs typeface="Times New Roman" pitchFamily="1" charset="0"/>
              </a:defRPr>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2">
            <a:extLst>
              <a:ext uri="{FF2B5EF4-FFF2-40B4-BE49-F238E27FC236}">
                <a16:creationId xmlns:a16="http://schemas.microsoft.com/office/drawing/2014/main" id="{8F802E41-CE3F-7C43-D96E-3A6DAB6F66CE}"/>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KEd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FREAALcLAACXNgAA1yEAABAgAAAmAAAACAAAAP//////////"/>
              </a:ext>
            </a:extLst>
          </p:cNvSpPr>
          <p:nvPr/>
        </p:nvSpPr>
        <p:spPr>
          <a:xfrm>
            <a:off x="2676270" y="1313370"/>
            <a:ext cx="7583297" cy="4231259"/>
          </a:xfrm>
          <a:prstGeom prst="rect">
            <a:avLst/>
          </a:prstGeom>
          <a:noFill/>
          <a:ln>
            <a:noFill/>
          </a:ln>
          <a:effectLst/>
        </p:spPr>
        <p:txBody>
          <a:bodyPr vert="horz" wrap="square" numCol="1" spcCol="215900" anchor="t"/>
          <a:lstStyle/>
          <a:p>
            <a:pPr indent="288290" algn="just">
              <a:lnSpc>
                <a:spcPct val="150000"/>
              </a:lnSpc>
              <a:spcAft>
                <a:spcPts val="1000"/>
              </a:spcAft>
            </a:pPr>
            <a:r>
              <a:rPr lang="en-US" b="1" dirty="0">
                <a:effectLst/>
                <a:latin typeface="Times New Roman" panose="02020603050405020304" pitchFamily="18" charset="0"/>
                <a:ea typeface="Calibri" panose="020F0502020204030204" pitchFamily="34" charset="0"/>
              </a:rPr>
              <a:t>2.2 Content Moderator</a:t>
            </a:r>
            <a:endParaRPr lang="en-US"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600" dirty="0">
                <a:effectLst/>
                <a:latin typeface="Times New Roman" panose="02020603050405020304" pitchFamily="18" charset="0"/>
                <a:ea typeface="Calibri" panose="020F0502020204030204" pitchFamily="34" charset="0"/>
              </a:rPr>
              <a:t>Monitors user-generated content for compliance with community guidelines and terms of service.</a:t>
            </a:r>
            <a:endParaRPr lang="en-US" sz="16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600" dirty="0">
                <a:effectLst/>
                <a:latin typeface="Times New Roman" panose="02020603050405020304" pitchFamily="18" charset="0"/>
                <a:ea typeface="Calibri" panose="020F0502020204030204" pitchFamily="34" charset="0"/>
              </a:rPr>
              <a:t>Reviews and approves new listings before they are published.</a:t>
            </a:r>
            <a:endParaRPr lang="en-US" sz="16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600" dirty="0">
                <a:effectLst/>
                <a:latin typeface="Times New Roman" panose="02020603050405020304" pitchFamily="18" charset="0"/>
                <a:ea typeface="Calibri" panose="020F0502020204030204" pitchFamily="34" charset="0"/>
              </a:rPr>
              <a:t>Handles reported content and takes appropriate action, such as removing or editing posts that violate guidelines.</a:t>
            </a:r>
            <a:endParaRPr lang="en-US" sz="16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600" dirty="0">
                <a:effectLst/>
                <a:latin typeface="Times New Roman" panose="02020603050405020304" pitchFamily="18" charset="0"/>
                <a:ea typeface="Calibri" panose="020F0502020204030204" pitchFamily="34" charset="0"/>
              </a:rPr>
              <a:t>Helps enforce policies regarding prohibited items or illegal activities.</a:t>
            </a:r>
            <a:endParaRPr lang="en-US" sz="1600" dirty="0">
              <a:effectLst/>
              <a:latin typeface="Calibri" panose="020F0502020204030204" pitchFamily="34" charset="0"/>
              <a:ea typeface="Calibri" panose="020F0502020204030204" pitchFamily="34" charset="0"/>
            </a:endParaRPr>
          </a:p>
          <a:p>
            <a:pPr marL="742950" lvl="1" indent="-285750">
              <a:lnSpc>
                <a:spcPct val="150000"/>
              </a:lnSpc>
              <a:spcAft>
                <a:spcPts val="1000"/>
              </a:spcAft>
              <a:buFont typeface="Courier New" panose="02070309020205020404" pitchFamily="49" charset="0"/>
              <a:buChar char="o"/>
            </a:pPr>
            <a:r>
              <a:rPr lang="en-US" sz="1600" dirty="0">
                <a:effectLst/>
                <a:latin typeface="Times New Roman" panose="02020603050405020304" pitchFamily="18" charset="0"/>
                <a:ea typeface="Calibri" panose="020F0502020204030204" pitchFamily="34" charset="0"/>
              </a:rPr>
              <a:t>Assists users with content-related questions or concerns.</a:t>
            </a:r>
            <a:endParaRPr lang="en-US" sz="1600" dirty="0">
              <a:effectLst/>
              <a:latin typeface="Calibri" panose="020F0502020204030204" pitchFamily="34" charset="0"/>
              <a:ea typeface="Calibri" panose="020F0502020204030204" pitchFamily="34" charset="0"/>
            </a:endParaRPr>
          </a:p>
          <a:p>
            <a:pPr marL="0" marR="0" indent="0" algn="just" defTabSz="914400">
              <a:lnSpc>
                <a:spcPct val="150000"/>
              </a:lnSpc>
              <a:spcBef>
                <a:spcPts val="0"/>
              </a:spcBef>
              <a:spcAft>
                <a:spcPts val="1000"/>
              </a:spcAft>
              <a:buNone/>
              <a:tabLst/>
              <a:defRPr lang="en-us" sz="2000" cap="none">
                <a:solidFill>
                  <a:srgbClr val="000000"/>
                </a:solidFill>
                <a:uFill>
                  <a:solidFill>
                    <a:srgbClr val="000000"/>
                  </a:solidFill>
                </a:uFill>
                <a:latin typeface="Times New Roman" pitchFamily="1" charset="0"/>
                <a:ea typeface="Times New Roman" pitchFamily="1" charset="0"/>
                <a:cs typeface="Times New Roman" pitchFamily="1" charset="0"/>
              </a:defRPr>
            </a:pPr>
            <a:endParaRPr dirty="0"/>
          </a:p>
        </p:txBody>
      </p:sp>
    </p:spTree>
    <p:extLst>
      <p:ext uri="{BB962C8B-B14F-4D97-AF65-F5344CB8AC3E}">
        <p14:creationId xmlns:p14="http://schemas.microsoft.com/office/powerpoint/2010/main" val="1704253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E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B/f38A4t/MA8zMzADAwP8Af39/AAAAAAAAAAAAAAAAAAAAAAAAAAAAIQAAABgAAAAUAAAAaQ4AAJsNAAAFQAAAzxsAABAgAAAmAAAACAAAAP//////////"/>
              </a:ext>
            </a:extLst>
          </p:cNvSpPr>
          <p:nvPr/>
        </p:nvSpPr>
        <p:spPr>
          <a:xfrm>
            <a:off x="2342515" y="2211705"/>
            <a:ext cx="8064500" cy="2308860"/>
          </a:xfrm>
          <a:prstGeom prst="rect">
            <a:avLst/>
          </a:prstGeom>
          <a:noFill/>
          <a:ln>
            <a:noFill/>
          </a:ln>
          <a:effectLst/>
        </p:spPr>
        <p:txBody>
          <a:bodyPr vert="horz" wrap="square" lIns="91440" tIns="45720" rIns="91440" bIns="45720" numCol="1" spcCol="215900" anchor="t"/>
          <a:lstStyle/>
          <a:p>
            <a:pPr>
              <a:defRPr lang="en-us"/>
            </a:pPr>
            <a:r>
              <a:rPr lang="en-us" sz="7200" cap="none" dirty="0"/>
              <a:t>          DATA </a:t>
            </a:r>
          </a:p>
          <a:p>
            <a:pPr>
              <a:defRPr lang="en-us"/>
            </a:pPr>
            <a:r>
              <a:rPr lang="en-us" sz="7200" cap="none" dirty="0"/>
              <a:t>  FLOWDIAGRAM</a:t>
            </a:r>
            <a:endParaRPr lang="en-in" sz="7200" cap="none" dirty="0"/>
          </a:p>
        </p:txBody>
      </p:sp>
      <p:sp>
        <p:nvSpPr>
          <p:cNvPr id="3" name="Rectangle 2"/>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EAAAAAAAAARMGjAP///wgAAAAAAAAAAAAAAAAAAAAAAAAAAAAAAAAAAAAAZAAAAAEAAABAAAAAAAAAAAAAAAAAAAAAAAAAAAAAAAAAAAAAAAAAAAAAAAAAAAAAAAAAAAAAAAAAAAAAAAAAAAAAAAAAAAAAAAAAAAAAAAAAAAAAAAAAAAAAAAAAAAAAFAAAADwAAAABAAAAAAAAADKPeQAe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MGjCv///wEAAAAAAAAAAAAAAAAAAAAAAAAAAAAAAAAAAAAAAAAAADKPeQB/f38A4t/MA8zMzADAwP8Af39/AAAAAAAAAAAAAAAAAAAAAAAAAAAAIQAAABgAAAAUAAAAZQQAAIkDAADXDgAA5QgAABAAAAAmAAAACAAAAP//////////"/>
              </a:ext>
            </a:extLst>
          </p:cNvSpPr>
          <p:nvPr/>
        </p:nvSpPr>
        <p:spPr>
          <a:xfrm>
            <a:off x="732663" y="574675"/>
            <a:ext cx="1697990" cy="871220"/>
          </a:xfrm>
          <a:prstGeom prst="rect">
            <a:avLst/>
          </a:prstGeom>
          <a:solidFill>
            <a:schemeClr val="accent4"/>
          </a:solidFill>
          <a:ln w="19050" cap="flat" cmpd="sng" algn="ctr">
            <a:solidFill>
              <a:srgbClr val="328F79"/>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defRPr>
            </a:pPr>
            <a:r>
              <a:t>ENTITY</a:t>
            </a:r>
            <a:endParaRPr lang="en-in" cap="none"/>
          </a:p>
        </p:txBody>
      </p:sp>
      <p:sp>
        <p:nvSpPr>
          <p:cNvPr id="4" name="Oval 3"/>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gAAAA0AAAAAkAAAAEgAAACQAAAASAAAAAAAAAABAAAAAAAAAAEAAABQAAAAAAAAAAAA8D8AAAAAAADwPwAAAAAAAOA/AAAAAAAA4D8AAAAAAADgPwAAAAAAAOA/AAAAAAAA4D8AAAAAAADgPwAAAAAAAOA/AAAAAAAA4D8CAAAAjAAAAAEAAAAAAAAARMGjAP///wgAAAAAAAAAAAAAAAAAAAAAAAAAAAAAAAAAAAAAZAAAAAEAAABAAAAAAAAAAAAAAAAAAAAAAAAAAAAAAAAAAAAAAAAAAAAAAAAAAAAAAAAAAAAAAAAAAAAAAAAAAAAAAAAAAAAAAAAAAAAAAAAAAAAAAAAAAAAAAAAAAAAAFAAAADwAAAABAAAAAAAAADKPeQAe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MGjCv///wEAAAAAAAAAAAAAAAAAAAAAAAAAAAAAAAAAAAAAAAAAADKPeQB/f38A4t/MA8zMzADAwP8Af39/AAAAAAAAAAAAAAAAAAAAAAAAAAAAIQAAABgAAAAUAAAA1TkAAMsBAAA1RgAAogoAABAAAAAmAAAACAAAAP//////////"/>
              </a:ext>
            </a:extLst>
          </p:cNvSpPr>
          <p:nvPr/>
        </p:nvSpPr>
        <p:spPr>
          <a:xfrm>
            <a:off x="9401175" y="291465"/>
            <a:ext cx="2011680" cy="1437005"/>
          </a:xfrm>
          <a:prstGeom prst="ellipse">
            <a:avLst/>
          </a:prstGeom>
          <a:solidFill>
            <a:schemeClr val="accent4"/>
          </a:solidFill>
          <a:ln w="19050" cap="flat" cmpd="sng" algn="ctr">
            <a:solidFill>
              <a:srgbClr val="328F79"/>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defRPr>
            </a:pPr>
            <a:r>
              <a:t>PROCESS</a:t>
            </a:r>
            <a:endParaRPr lang="en-in" cap="none"/>
          </a:p>
        </p:txBody>
      </p:sp>
      <p:sp>
        <p:nvSpPr>
          <p:cNvPr id="5" name="Rectangle 4"/>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A0AAAAAkAAAAEgAAACQAAAASAAAAAAAAAABAAAAAAAAAAEAAABQAAAAAAAAAAAA4D8AAAAAAADgPwAAAAAAAOA/AAAAAAAA4D8AAAAAAADgPwAAAAAAAOA/AAAAAAAA4D8AAAAAAADgPwAAAAAAAOA/AAAAAAAA4D8CAAAAjAAAAAEAAAAAAAAARMGjAP///wgAAAAAAAAAAAAAAAAAAAAAAAAAAAAAAAAAAAAAZAAAAAEAAABAAAAAAAAAAAAAAAAAAAAAAAAAAAAAAAAAAAAAAAAAAAAAAAAAAAAAAAAAAAAAAAAAAAAAAAAAAAAAAAAAAAAAAAAAAAAAAAAAAAAAAAAAAAAAAAAAAAAAFAAAADwAAAABAAAAAAAAADKPeQAe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MGjCv///wEAAAAAAAAAAAAAAAAAAAAAAAAAAAAAAAAAAAAAAAAAADKPeQB/f38A4t/MA8zMzADAwP8Af39/AAAAAAAAAAAAAAAAAAAAAAAAAAAAIQAAABgAAAAUAAAA7gQAAHshAADXDgAAmyUAABAAAAAmAAAACAAAAP//////////"/>
              </a:ext>
            </a:extLst>
          </p:cNvSpPr>
          <p:nvPr/>
        </p:nvSpPr>
        <p:spPr>
          <a:xfrm>
            <a:off x="801370" y="5442585"/>
            <a:ext cx="1610995" cy="670560"/>
          </a:xfrm>
          <a:prstGeom prst="rect">
            <a:avLst/>
          </a:prstGeom>
          <a:solidFill>
            <a:schemeClr val="accent4"/>
          </a:solidFill>
          <a:ln w="19050" cap="flat" cmpd="sng" algn="ctr">
            <a:solidFill>
              <a:srgbClr val="328F79"/>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defRPr>
            </a:pPr>
            <a:r>
              <a:t>TABLE</a:t>
            </a:r>
            <a:endParaRPr lang="en-in" cap="none"/>
          </a:p>
        </p:txBody>
      </p:sp>
      <p:cxnSp>
        <p:nvCxnSpPr>
          <p:cNvPr id="6" name="Straight Arrow Connector 5"/>
          <p:cNvCxn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DQAAAA0AAAAAkAAAAEgAAACQAAAASAAAAAAAAAAAAAAAAg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ETBowBaAAAAAQAAABQAAAAUAAAAFAAAAAEAAAAAAAAAZAAAAGQAAAACAAAAZAAAAGQAAAAVAAAAYAAAAAAAAAAAAAAAAAAAAAAAAAAAAAAAAAAAAAAAAAAAAAAAAAAAAAAAAAAAAAAAAAAACQAAAAAAAAAAAAAAAAAAAAAAAAAAAAAAAAAAAAAAAAAAAAAAAAAAAAAAAAAAAAAAABYAAABMAAAAAAAAAAAAAAAAAAAAAAAAAAAAAAAAAAAJAAAAAAAAAAAAAAAAAAAAAAAAAAAAAAAAAAAAAAAAAAAAAAAAAAAAAAAAAAAAAAAAAAAAABcAAAAUAAAAAAAAAAAAAAD/fwAA/38AAAAAAAAJAAAABAAAAGg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ETBowoAAAACAAAAAgAAAADAwP8Af39/AAAAAAAAAAAAAAAAAAAAAAAAAAAAIQAAABgAAAAUAAAAIDcAAGUfAAAAQgAAmyUAABAAAAAmAAAACAAAAP//////////"/>
              </a:ext>
            </a:extLst>
          </p:cNvCxnSpPr>
          <p:nvPr/>
        </p:nvCxnSpPr>
        <p:spPr>
          <a:xfrm flipV="1">
            <a:off x="8961120" y="5103495"/>
            <a:ext cx="1767840" cy="1009650"/>
          </a:xfrm>
          <a:prstGeom prst="straightConnector1">
            <a:avLst/>
          </a:prstGeom>
          <a:noFill/>
          <a:ln w="57150" cap="flat" cmpd="sng" algn="ctr">
            <a:solidFill>
              <a:schemeClr val="accent4"/>
            </a:solidFill>
            <a:prstDash val="solid"/>
            <a:headEnd type="none"/>
            <a:tailEnd type="triangle" w="med" len="med"/>
          </a:ln>
          <a:effectLst/>
        </p:spPr>
      </p:cxnSp>
      <p:sp>
        <p:nvSpPr>
          <p:cNvPr id="7" name="TextBox 6"/>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E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OX///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B/f38A4t/MA8zMzADAwP8Af39/AAAAAAAAAAAAAAAAAAAAAAAAAAAAIQAAABgAAAAUAAAA3zgAAGMgAADRQQAASCIAABAgAAAmAAAACAAAAP//////////"/>
              </a:ext>
            </a:extLst>
          </p:cNvSpPr>
          <p:nvPr/>
        </p:nvSpPr>
        <p:spPr>
          <a:xfrm rot="19902603">
            <a:off x="9244965" y="5264785"/>
            <a:ext cx="1454150" cy="307975"/>
          </a:xfrm>
          <a:prstGeom prst="rect">
            <a:avLst/>
          </a:prstGeom>
          <a:noFill/>
          <a:ln>
            <a:noFill/>
          </a:ln>
          <a:effectLst/>
        </p:spPr>
        <p:txBody>
          <a:bodyPr vert="horz" wrap="square" lIns="91440" tIns="45720" rIns="91440" bIns="45720" numCol="1" spcCol="215900" anchor="t"/>
          <a:lstStyle/>
          <a:p>
            <a:pPr>
              <a:defRPr lang="en-us"/>
            </a:pPr>
            <a:r>
              <a:rPr lang="en-us" sz="1400" cap="none"/>
              <a:t>DATAFLOW</a:t>
            </a:r>
            <a:endParaRPr lang="en-in" sz="1400" cap="non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E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Pf///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B/f38A4t/MA8zMzADAwP8Af39/AAAAAAAAAAAAAAAAAAAAAAAAAAAAIQAAABgAAAAUAAAAtxkAAMUBAAD7NAAAXQUAABAgAAAmAAAACAAAAP//////////"/>
              </a:ext>
            </a:extLst>
          </p:cNvSpPr>
          <p:nvPr/>
        </p:nvSpPr>
        <p:spPr>
          <a:xfrm>
            <a:off x="4180205" y="287655"/>
            <a:ext cx="4432300" cy="584200"/>
          </a:xfrm>
          <a:prstGeom prst="rect">
            <a:avLst/>
          </a:prstGeom>
          <a:noFill/>
          <a:ln>
            <a:noFill/>
          </a:ln>
          <a:effectLst/>
        </p:spPr>
        <p:txBody>
          <a:bodyPr vert="horz" wrap="square" lIns="91440" tIns="45720" rIns="91440" bIns="45720" numCol="1" spcCol="215900" anchor="t"/>
          <a:lstStyle/>
          <a:p>
            <a:pPr>
              <a:defRPr lang="en-us"/>
            </a:pPr>
            <a:r>
              <a:rPr lang="en-us" sz="3200" cap="none">
                <a:solidFill>
                  <a:schemeClr val="accent1"/>
                </a:solidFill>
                <a:effectLst>
                  <a:outerShdw dist="63500" dir="3600000" algn="tl" rotWithShape="0">
                    <a:srgbClr val="000000">
                      <a:alpha val="40000"/>
                    </a:srgbClr>
                  </a:outerShdw>
                </a:effectLst>
              </a:rPr>
              <a:t>    CONTEXT LEVEL</a:t>
            </a:r>
            <a:endParaRPr lang="en-in" sz="3200" cap="none">
              <a:solidFill>
                <a:schemeClr val="accent1"/>
              </a:solidFill>
              <a:effectLst>
                <a:outerShdw dist="63500" dir="3600000" algn="tl" rotWithShape="0">
                  <a:srgbClr val="000000">
                    <a:alpha val="40000"/>
                  </a:srgbClr>
                </a:outerShdw>
              </a:effectLst>
            </a:endParaRPr>
          </a:p>
        </p:txBody>
      </p:sp>
      <p:pic>
        <p:nvPicPr>
          <p:cNvPr id="3" name="Picture271"/>
          <p:cNvPicPr>
            <a:extLst>
              <a:ext uri="smNativeData">
                <pr:smNativeData xmlns="smNativeData" xmlns:pr="smNativeData" xmlns:p15="http://schemas.microsoft.com/office/powerpoint/2012/main" xmlns:p14="http://schemas.microsoft.com/office/powerpoint/2010/main" xmlns:mc="http://schemas.openxmlformats.org/markup-compatibility/2006" val="SMDATA_17_yo28YhMAAAAlAAAAEQAAAA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JnLOAX///8BAAAAAAAAAAAAAAAAAAAAAAAAAAAAAAAAAAAAAAAAAAAAAAACf39/AOLfzAPMzMwAwMD/AH9/fwAAAAAAAAAAAAAAAAD///8AAAAAACEAAAAYAAAAFAAAAKUJAAAZBgAAkkQAAG4nAAAQAAAAJgAAAAgAAAD//////////w=="/>
              </a:ext>
            </a:extLst>
          </p:cNvPicPr>
          <p:nvPr/>
        </p:nvPicPr>
        <p:blipFill>
          <a:blip r:embed="rId2">
            <a:extLst>
              <a:ext uri="{28A0092B-C50C-407E-A947-70E740481C1C}">
                <a14:useLocalDpi xmlns:a14="http://schemas.microsoft.com/office/drawing/2010/main" val="0"/>
              </a:ext>
            </a:extLst>
          </a:blip>
          <a:srcRect/>
          <a:stretch/>
        </p:blipFill>
        <p:spPr>
          <a:xfrm>
            <a:off x="2744999" y="991235"/>
            <a:ext cx="7224606" cy="5418455"/>
          </a:xfrm>
          <a:prstGeom prst="rect">
            <a:avLst/>
          </a:prstGeom>
          <a:noFill/>
          <a:ln>
            <a:noFill/>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E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B/f38A4t/MA8zMzADAwP8Af39/AAAAAAAAAAAAAAAAAAAAAAAAAAAAIQAAABgAAAAUAAAA1xcAAGADAAAbMwAA+QYAABAgAAAmAAAACAAAAP//////////"/>
              </a:ext>
            </a:extLst>
          </p:cNvSpPr>
          <p:nvPr/>
        </p:nvSpPr>
        <p:spPr>
          <a:xfrm>
            <a:off x="3875405" y="548640"/>
            <a:ext cx="4432300" cy="584835"/>
          </a:xfrm>
          <a:prstGeom prst="rect">
            <a:avLst/>
          </a:prstGeom>
          <a:noFill/>
          <a:ln>
            <a:noFill/>
          </a:ln>
          <a:effectLst/>
        </p:spPr>
        <p:txBody>
          <a:bodyPr vert="horz" wrap="square" lIns="91440" tIns="45720" rIns="91440" bIns="45720" numCol="1" spcCol="215900" anchor="t"/>
          <a:lstStyle/>
          <a:p>
            <a:pPr>
              <a:defRPr lang="en-us"/>
            </a:pPr>
            <a:r>
              <a:rPr lang="en-us" sz="3200" cap="none">
                <a:solidFill>
                  <a:schemeClr val="accent1"/>
                </a:solidFill>
                <a:effectLst>
                  <a:outerShdw dist="63500" dir="3600000" algn="tl" rotWithShape="0">
                    <a:srgbClr val="000000">
                      <a:alpha val="40000"/>
                    </a:srgbClr>
                  </a:outerShdw>
                </a:effectLst>
              </a:rPr>
              <a:t>          FIRST LEVEL</a:t>
            </a:r>
            <a:endParaRPr lang="en-in" sz="3200" cap="none">
              <a:solidFill>
                <a:schemeClr val="accent1"/>
              </a:solidFill>
              <a:effectLst>
                <a:outerShdw dist="63500" dir="3600000" algn="tl" rotWithShape="0">
                  <a:srgbClr val="000000">
                    <a:alpha val="40000"/>
                  </a:srgbClr>
                </a:outerShdw>
              </a:effectLst>
            </a:endParaRPr>
          </a:p>
        </p:txBody>
      </p:sp>
      <p:pic>
        <p:nvPicPr>
          <p:cNvPr id="5" name="Picture271">
            <a:extLst>
              <a:ext uri="{FF2B5EF4-FFF2-40B4-BE49-F238E27FC236}">
                <a16:creationId xmlns:a16="http://schemas.microsoft.com/office/drawing/2014/main" id="{7A3BFD7B-5073-C51B-8373-BFFFF49E6BBA}"/>
              </a:ext>
            </a:extLst>
          </p:cNvPr>
          <p:cNvPicPr>
            <a:extLst>
              <a:ext uri="smNativeData">
                <pr:smNativeData xmlns="smNativeData" xmlns:pr="smNativeData" xmlns:p15="http://schemas.microsoft.com/office/powerpoint/2012/main" xmlns:p14="http://schemas.microsoft.com/office/powerpoint/2010/main" xmlns:mc="http://schemas.openxmlformats.org/markup-compatibility/2006" val="SMDATA_17_yo28YhMAAAAlAAAAEQAAAA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JnLOAX///8BAAAAAAAAAAAAAAAAAAAAAAAAAAAAAAAAAAAAAAAAAAAAAAACf39/AOLfzAPMzMwAwMD/AH9/fwAAAAAAAAAAAAAAAAD///8AAAAAACEAAAAYAAAAFAAAAKUJAAAZBgAAkkQAAG4nAAAQAAAAJgAAAAgAAAD//////////w=="/>
              </a:ext>
            </a:extLst>
          </p:cNvPicPr>
          <p:nvPr/>
        </p:nvPicPr>
        <p:blipFill>
          <a:blip r:embed="rId2">
            <a:grayscl/>
            <a:extLst>
              <a:ext uri="{28A0092B-C50C-407E-A947-70E740481C1C}">
                <a14:useLocalDpi xmlns:a14="http://schemas.microsoft.com/office/drawing/2010/main" val="0"/>
              </a:ext>
            </a:extLst>
          </a:blip>
          <a:srcRect/>
          <a:stretch/>
        </p:blipFill>
        <p:spPr>
          <a:xfrm>
            <a:off x="2717567" y="1234439"/>
            <a:ext cx="7224606" cy="5175249"/>
          </a:xfrm>
          <a:prstGeom prst="rect">
            <a:avLst/>
          </a:prstGeom>
          <a:noFill/>
          <a:ln>
            <a:noFill/>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271">
            <a:extLst>
              <a:ext uri="{FF2B5EF4-FFF2-40B4-BE49-F238E27FC236}">
                <a16:creationId xmlns:a16="http://schemas.microsoft.com/office/drawing/2014/main" id="{137551BF-A3A6-BF42-E8BC-EA5A3D6E773A}"/>
              </a:ext>
            </a:extLst>
          </p:cNvPr>
          <p:cNvPicPr>
            <a:extLst>
              <a:ext uri="smNativeData">
                <pr:smNativeData xmlns="smNativeData" xmlns:pr="smNativeData" xmlns:p15="http://schemas.microsoft.com/office/powerpoint/2012/main" xmlns:p14="http://schemas.microsoft.com/office/powerpoint/2010/main" xmlns:mc="http://schemas.openxmlformats.org/markup-compatibility/2006" val="SMDATA_17_yo28YhMAAAAlAAAAEQAAAA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JnLOAX///8BAAAAAAAAAAAAAAAAAAAAAAAAAAAAAAAAAAAAAAAAAAAAAAACf39/AOLfzAPMzMwAwMD/AH9/fwAAAAAAAAAAAAAAAAD///8AAAAAACEAAAAYAAAAFAAAAKUJAAAZBgAAkkQAAG4nAAAQAAAAJgAAAAgAAAD//////////w=="/>
              </a:ext>
            </a:extLst>
          </p:cNvPicPr>
          <p:nvPr/>
        </p:nvPicPr>
        <p:blipFill>
          <a:blip r:embed="rId2">
            <a:extLst>
              <a:ext uri="{28A0092B-C50C-407E-A947-70E740481C1C}">
                <a14:useLocalDpi xmlns:a14="http://schemas.microsoft.com/office/drawing/2010/main" val="0"/>
              </a:ext>
            </a:extLst>
          </a:blip>
          <a:srcRect/>
          <a:stretch/>
        </p:blipFill>
        <p:spPr>
          <a:xfrm>
            <a:off x="2483697" y="719773"/>
            <a:ext cx="7224606" cy="5418454"/>
          </a:xfrm>
          <a:prstGeom prst="rect">
            <a:avLst/>
          </a:prstGeom>
          <a:noFill/>
          <a:ln>
            <a:noFill/>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271">
            <a:extLst>
              <a:ext uri="{FF2B5EF4-FFF2-40B4-BE49-F238E27FC236}">
                <a16:creationId xmlns:a16="http://schemas.microsoft.com/office/drawing/2014/main" id="{9FCEF047-184D-7066-58D1-50C97B1C14AB}"/>
              </a:ext>
            </a:extLst>
          </p:cNvPr>
          <p:cNvPicPr>
            <a:extLst>
              <a:ext uri="smNativeData">
                <pr:smNativeData xmlns="smNativeData" xmlns:pr="smNativeData" xmlns:p15="http://schemas.microsoft.com/office/powerpoint/2012/main" xmlns:p14="http://schemas.microsoft.com/office/powerpoint/2010/main" xmlns:mc="http://schemas.openxmlformats.org/markup-compatibility/2006" val="SMDATA_17_yo28YhMAAAAlAAAAEQAAAA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JnLOAX///8BAAAAAAAAAAAAAAAAAAAAAAAAAAAAAAAAAAAAAAAAAAAAAAACf39/AOLfzAPMzMwAwMD/AH9/fwAAAAAAAAAAAAAAAAD///8AAAAAACEAAAAYAAAAFAAAAKUJAAAZBgAAkkQAAG4nAAAQAAAAJgAAAAgAAAD//////////w=="/>
              </a:ext>
            </a:extLst>
          </p:cNvPicPr>
          <p:nvPr/>
        </p:nvPicPr>
        <p:blipFill>
          <a:blip r:embed="rId2">
            <a:extLst>
              <a:ext uri="{28A0092B-C50C-407E-A947-70E740481C1C}">
                <a14:useLocalDpi xmlns:a14="http://schemas.microsoft.com/office/drawing/2010/main" val="0"/>
              </a:ext>
            </a:extLst>
          </a:blip>
          <a:srcRect/>
          <a:stretch/>
        </p:blipFill>
        <p:spPr>
          <a:xfrm>
            <a:off x="2483697" y="719773"/>
            <a:ext cx="7224606" cy="5418454"/>
          </a:xfrm>
          <a:prstGeom prst="rect">
            <a:avLst/>
          </a:prstGeom>
          <a:noFill/>
          <a:ln>
            <a:noFill/>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LYO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8BkAAN8QAAD3NQAAqxcAABAAAAAmAAAACAAAAP//////////"/>
              </a:ext>
            </a:extLst>
          </p:cNvSpPr>
          <p:nvPr/>
        </p:nvSpPr>
        <p:spPr>
          <a:xfrm>
            <a:off x="4216400" y="2742565"/>
            <a:ext cx="4556125" cy="1104900"/>
          </a:xfrm>
          <a:prstGeom prst="rect">
            <a:avLst/>
          </a:prstGeom>
          <a:noFill/>
          <a:ln>
            <a:noFill/>
          </a:ln>
          <a:effectLst/>
        </p:spPr>
        <p:txBody>
          <a:bodyPr vert="horz" wrap="square" numCol="1" spcCol="215900" anchor="t"/>
          <a:lstStyle/>
          <a:p>
            <a:pPr>
              <a:defRPr lang="en-us" sz="6400" cap="none">
                <a:latin typeface="Times New Roman" pitchFamily="1" charset="0"/>
                <a:ea typeface="Times New Roman" pitchFamily="1" charset="0"/>
                <a:cs typeface="Times New Roman" pitchFamily="1" charset="0"/>
              </a:defRPr>
            </a:pPr>
            <a:r>
              <a:t>ER Diagram</a:t>
            </a:r>
            <a:endParaRPr lang="en-us" u="sn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280"/>
          <p:cNvPicPr>
            <a:extLst>
              <a:ext uri="smNativeData">
                <pr:smNativeData xmlns="smNativeData" xmlns:pr="smNativeData" xmlns:p15="http://schemas.microsoft.com/office/powerpoint/2012/main" xmlns:p14="http://schemas.microsoft.com/office/powerpoint/2010/main" xmlns:mc="http://schemas.openxmlformats.org/markup-compatibility/2006" val="SMDATA_17_yo28YhMAAAAlAAAAEQAAAA0A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JnLOAX///8BAAAAAAAAAAAAAAAAAAAAAAAAAAAAAAAAAAAAAAAAAAAAAAACf39/AOLfzAPMzMwAwMD/AH9/fwAAAAAAAAAAAAAAAAD///8AAAAAACEAAAAYAAAAFAAAAIUEAACtAQAAMkYAAKQoAAAQAAAAJgAAAAgAAAD//////////w=="/>
              </a:ext>
            </a:extLst>
          </p:cNvPicPr>
          <p:nvPr/>
        </p:nvPicPr>
        <p:blipFill>
          <a:blip r:embed="rId2">
            <a:extLst>
              <a:ext uri="{28A0092B-C50C-407E-A947-70E740481C1C}">
                <a14:useLocalDpi xmlns:a14="http://schemas.microsoft.com/office/drawing/2010/main" val="0"/>
              </a:ext>
            </a:extLst>
          </a:blip>
          <a:srcRect/>
          <a:stretch/>
        </p:blipFill>
        <p:spPr>
          <a:xfrm>
            <a:off x="1660436" y="339365"/>
            <a:ext cx="9132972" cy="6212264"/>
          </a:xfrm>
          <a:prstGeom prst="rect">
            <a:avLst/>
          </a:prstGeom>
          <a:noFill/>
          <a:ln>
            <a:noFill/>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P4L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hBYAANUPAABPOQAAqRYAABAAAAAmAAAACAAAAP//////////"/>
              </a:ext>
            </a:extLst>
          </p:cNvSpPr>
          <p:nvPr/>
        </p:nvSpPr>
        <p:spPr>
          <a:xfrm>
            <a:off x="3660140" y="2573655"/>
            <a:ext cx="5655945" cy="1109980"/>
          </a:xfrm>
          <a:prstGeom prst="rect">
            <a:avLst/>
          </a:prstGeom>
          <a:noFill/>
          <a:ln>
            <a:noFill/>
          </a:ln>
          <a:effectLst/>
        </p:spPr>
        <p:txBody>
          <a:bodyPr vert="horz" wrap="square" numCol="1" spcCol="215900" anchor="t"/>
          <a:lstStyle/>
          <a:p>
            <a:pPr>
              <a:defRPr lang="en-us" sz="6400" cap="none">
                <a:latin typeface="Times New Roman" pitchFamily="1" charset="0"/>
                <a:ea typeface="Times New Roman" pitchFamily="1" charset="0"/>
                <a:cs typeface="Times New Roman" pitchFamily="1" charset="0"/>
              </a:defRPr>
            </a:pPr>
            <a:r>
              <a:rPr dirty="0"/>
              <a:t>Data Dictionary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953258859"/>
              </p:ext>
            </p:extLst>
          </p:nvPr>
        </p:nvGraphicFramePr>
        <p:xfrm>
          <a:off x="714374" y="1235710"/>
          <a:ext cx="10751185" cy="4448808"/>
        </p:xfrm>
        <a:graphic>
          <a:graphicData uri="http://schemas.openxmlformats.org/drawingml/2006/table">
            <a:tbl>
              <a:tblPr>
                <a:noFill/>
              </a:tblPr>
              <a:tblGrid>
                <a:gridCol w="1232171">
                  <a:extLst>
                    <a:ext uri="{9D8B030D-6E8A-4147-A177-3AD203B41FA5}">
                      <a16:colId xmlns:a16="http://schemas.microsoft.com/office/drawing/2014/main" val="20000"/>
                    </a:ext>
                  </a:extLst>
                </a:gridCol>
                <a:gridCol w="1896190">
                  <a:extLst>
                    <a:ext uri="{9D8B030D-6E8A-4147-A177-3AD203B41FA5}">
                      <a16:colId xmlns:a16="http://schemas.microsoft.com/office/drawing/2014/main" val="20001"/>
                    </a:ext>
                  </a:extLst>
                </a:gridCol>
                <a:gridCol w="1965975">
                  <a:extLst>
                    <a:ext uri="{9D8B030D-6E8A-4147-A177-3AD203B41FA5}">
                      <a16:colId xmlns:a16="http://schemas.microsoft.com/office/drawing/2014/main" val="20002"/>
                    </a:ext>
                  </a:extLst>
                </a:gridCol>
                <a:gridCol w="2359311">
                  <a:extLst>
                    <a:ext uri="{9D8B030D-6E8A-4147-A177-3AD203B41FA5}">
                      <a16:colId xmlns:a16="http://schemas.microsoft.com/office/drawing/2014/main" val="20004"/>
                    </a:ext>
                  </a:extLst>
                </a:gridCol>
                <a:gridCol w="3297538">
                  <a:extLst>
                    <a:ext uri="{9D8B030D-6E8A-4147-A177-3AD203B41FA5}">
                      <a16:colId xmlns:a16="http://schemas.microsoft.com/office/drawing/2014/main" val="20005"/>
                    </a:ext>
                  </a:extLst>
                </a:gridCol>
              </a:tblGrid>
              <a:tr h="741468">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CONSTRAINTS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rPr dirty="0"/>
                        <a:t>DESCRIPTION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656524234" type="min" val="669925"/>
                  </a:ext>
                </a:extLst>
              </a:tr>
              <a:tr h="741468">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dirty="0" err="1">
                          <a:effectLst/>
                          <a:latin typeface="Calibri" panose="020F0502020204030204" pitchFamily="34" charset="0"/>
                          <a:ea typeface="Calibri" panose="020F0502020204030204" pitchFamily="34" charset="0"/>
                        </a:rPr>
                        <a:t>User_id</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600" b="0" dirty="0">
                          <a:effectLst/>
                          <a:latin typeface="Calibri" panose="020F0502020204030204" pitchFamily="34" charset="0"/>
                          <a:ea typeface="Calibri" panose="020F0502020204030204" pitchFamily="34" charset="0"/>
                        </a:rPr>
                        <a:t>Varchar(20)</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600" b="0" dirty="0">
                          <a:effectLst/>
                          <a:latin typeface="Calibri" panose="020F0502020204030204" pitchFamily="34" charset="0"/>
                          <a:ea typeface="Calibri" panose="020F0502020204030204" pitchFamily="34" charset="0"/>
                        </a:rPr>
                        <a:t>Primary Key</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600" b="0" dirty="0">
                          <a:effectLst/>
                          <a:latin typeface="Calibri" panose="020F0502020204030204" pitchFamily="34" charset="0"/>
                          <a:ea typeface="Calibri" panose="020F0502020204030204" pitchFamily="34" charset="0"/>
                        </a:rPr>
                        <a:t>Unique ID</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656524234" type="min" val="669925"/>
                  </a:ext>
                </a:extLst>
              </a:tr>
              <a:tr h="741468">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U_Name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600" b="0" dirty="0">
                          <a:effectLst/>
                          <a:latin typeface="Calibri" panose="020F0502020204030204" pitchFamily="34" charset="0"/>
                          <a:ea typeface="Calibri" panose="020F0502020204030204" pitchFamily="34" charset="0"/>
                        </a:rPr>
                        <a:t>Not Null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l">
                        <a:lnSpc>
                          <a:spcPct val="115000"/>
                        </a:lnSpc>
                        <a:spcAft>
                          <a:spcPts val="1000"/>
                        </a:spcAft>
                      </a:pPr>
                      <a:r>
                        <a:rPr lang="en-IN" sz="1600" b="0">
                          <a:effectLst/>
                          <a:latin typeface="Calibri" panose="020F0502020204030204" pitchFamily="34" charset="0"/>
                          <a:ea typeface="Calibri" panose="020F0502020204030204" pitchFamily="34" charset="0"/>
                        </a:rPr>
                        <a:t>First Name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656524234" type="min" val="669925"/>
                  </a:ext>
                </a:extLst>
              </a:tr>
              <a:tr h="741468">
                <a:tc>
                  <a:txBody>
                    <a:bodyPr/>
                    <a:lstStyle/>
                    <a:p>
                      <a:pPr marL="91440" marR="635" indent="0" algn="ctr">
                        <a:lnSpc>
                          <a:spcPct val="115000"/>
                        </a:lnSpc>
                        <a:spcAft>
                          <a:spcPts val="0"/>
                        </a:spcAft>
                        <a:buNone/>
                        <a:defRPr lang="en-us" b="1" cap="none">
                          <a:solidFill>
                            <a:srgbClr val="FFFFFF"/>
                          </a:solidFill>
                        </a:defRPr>
                      </a:pPr>
                      <a:r>
                        <a:t>3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Password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600" b="0" dirty="0">
                          <a:effectLst/>
                          <a:latin typeface="Calibri" panose="020F0502020204030204" pitchFamily="34" charset="0"/>
                          <a:ea typeface="Calibri" panose="020F0502020204030204" pitchFamily="34" charset="0"/>
                        </a:rPr>
                        <a:t>Not Null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600" b="0" dirty="0">
                          <a:effectLst/>
                          <a:latin typeface="Calibri" panose="020F0502020204030204" pitchFamily="34" charset="0"/>
                          <a:ea typeface="Calibri" panose="020F0502020204030204" pitchFamily="34" charset="0"/>
                        </a:rPr>
                        <a:t>Password</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656524234" type="min" val="669925"/>
                  </a:ext>
                </a:extLst>
              </a:tr>
              <a:tr h="741468">
                <a:tc>
                  <a:txBody>
                    <a:bodyPr/>
                    <a:lstStyle/>
                    <a:p>
                      <a:pPr marL="91440" marR="635" indent="0" algn="ctr">
                        <a:lnSpc>
                          <a:spcPct val="115000"/>
                        </a:lnSpc>
                        <a:spcAft>
                          <a:spcPts val="0"/>
                        </a:spcAft>
                        <a:buNone/>
                        <a:defRPr lang="en-us" b="1" cap="none">
                          <a:solidFill>
                            <a:srgbClr val="FFFFFF"/>
                          </a:solidFill>
                        </a:defRPr>
                      </a:pPr>
                      <a:r>
                        <a:t>4</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E_mail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Not Null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l">
                        <a:lnSpc>
                          <a:spcPct val="115000"/>
                        </a:lnSpc>
                        <a:spcAft>
                          <a:spcPts val="1000"/>
                        </a:spcAft>
                      </a:pPr>
                      <a:r>
                        <a:rPr lang="en-IN" sz="1600" b="0" dirty="0">
                          <a:effectLst/>
                          <a:latin typeface="Calibri" panose="020F0502020204030204" pitchFamily="34" charset="0"/>
                          <a:ea typeface="Calibri" panose="020F0502020204030204" pitchFamily="34" charset="0"/>
                        </a:rPr>
                        <a:t>E-Mail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4"/>
                  </a:ext>
                  <a:ext uri="smNativeData">
                    <pr:rowheight xmlns:pr="smNativeData" xmlns="" xmlns:p15="http://schemas.microsoft.com/office/powerpoint/2012/main" xmlns:p14="http://schemas.microsoft.com/office/powerpoint/2010/main" xmlns:mc="http://schemas.openxmlformats.org/markup-compatibility/2006" dt="1656524234" type="min" val="669925"/>
                  </a:ext>
                </a:extLst>
              </a:tr>
              <a:tr h="741468">
                <a:tc>
                  <a:txBody>
                    <a:bodyPr/>
                    <a:lstStyle/>
                    <a:p>
                      <a:pPr marL="91440" marR="635" indent="0" algn="ctr">
                        <a:lnSpc>
                          <a:spcPct val="115000"/>
                        </a:lnSpc>
                        <a:spcAft>
                          <a:spcPts val="0"/>
                        </a:spcAft>
                        <a:buNone/>
                        <a:defRPr lang="en-us" b="1" cap="none">
                          <a:solidFill>
                            <a:srgbClr val="FFFFFF"/>
                          </a:solidFill>
                        </a:defRPr>
                      </a:pPr>
                      <a:r>
                        <a:t>5</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F_Name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Not Null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600" b="0" dirty="0">
                          <a:effectLst/>
                          <a:latin typeface="Calibri" panose="020F0502020204030204" pitchFamily="34" charset="0"/>
                          <a:ea typeface="Calibri" panose="020F0502020204030204" pitchFamily="34" charset="0"/>
                        </a:rPr>
                        <a:t>First Name</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5"/>
                  </a:ext>
                  <a:ext uri="smNativeData">
                    <pr:rowheight xmlns:pr="smNativeData" xmlns="" xmlns:p15="http://schemas.microsoft.com/office/powerpoint/2012/main" xmlns:p14="http://schemas.microsoft.com/office/powerpoint/2010/main" xmlns:mc="http://schemas.openxmlformats.org/markup-compatibility/2006" dt="1656524234" type="min" val="669925"/>
                  </a:ext>
                </a:extLst>
              </a:tr>
            </a:tbl>
          </a:graphicData>
        </a:graphic>
      </p:graphicFrame>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MQD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eAQAAMoBAADPLQAAqwcAABAAAAAmAAAACAAAAP//////////"/>
              </a:ext>
            </a:extLst>
          </p:cNvSpPr>
          <p:nvPr/>
        </p:nvSpPr>
        <p:spPr>
          <a:xfrm>
            <a:off x="726440" y="290830"/>
            <a:ext cx="6720205" cy="955675"/>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 Users</a:t>
            </a:r>
          </a:p>
          <a:p>
            <a:pPr>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IN" sz="1800" dirty="0">
                <a:effectLst/>
                <a:latin typeface="Times New Roman" panose="02020603050405020304" pitchFamily="18" charset="0"/>
                <a:ea typeface="Times New Roman" panose="02020603050405020304" pitchFamily="18" charset="0"/>
              </a:rPr>
              <a:t>This table is used for User registration and login .</a:t>
            </a:r>
            <a:endParaRPr lang="en-US" sz="1800" dirty="0">
              <a:effectLst/>
              <a:latin typeface="Calibri" panose="020F0502020204030204" pitchFamily="34" charset="0"/>
              <a:ea typeface="Calibri" panose="020F0502020204030204" pitchFamily="34" charset="0"/>
            </a:endParaRPr>
          </a:p>
          <a:p>
            <a:pPr>
              <a:defRPr lang="en-us" sz="2200" cap="none">
                <a:latin typeface="Times New Roman" pitchFamily="1" charset="0"/>
                <a:ea typeface="Times New Roman" pitchFamily="1" charset="0"/>
                <a:cs typeface="Times New Roman" pitchFamily="1" charset="0"/>
              </a:defRPr>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CF70FFF-4049-03FC-FC6B-DD2A02F4340F}"/>
              </a:ext>
            </a:extLst>
          </p:cNvPr>
          <p:cNvGraphicFramePr>
            <a:graphicFrameLocks noGrp="1"/>
          </p:cNvGraphicFramePr>
          <p:nvPr>
            <p:extLst>
              <p:ext uri="{D42A27DB-BD31-4B8C-83A1-F6EECF244321}">
                <p14:modId xmlns:p14="http://schemas.microsoft.com/office/powerpoint/2010/main" val="437413512"/>
              </p:ext>
            </p:extLst>
          </p:nvPr>
        </p:nvGraphicFramePr>
        <p:xfrm>
          <a:off x="1149667" y="1355090"/>
          <a:ext cx="9892665" cy="3936998"/>
        </p:xfrm>
        <a:graphic>
          <a:graphicData uri="http://schemas.openxmlformats.org/drawingml/2006/table">
            <a:tbl>
              <a:tblPr>
                <a:noFill/>
              </a:tblPr>
              <a:tblGrid>
                <a:gridCol w="1133778">
                  <a:extLst>
                    <a:ext uri="{9D8B030D-6E8A-4147-A177-3AD203B41FA5}">
                      <a16:colId xmlns:a16="http://schemas.microsoft.com/office/drawing/2014/main" val="3799254501"/>
                    </a:ext>
                  </a:extLst>
                </a:gridCol>
                <a:gridCol w="1744772">
                  <a:extLst>
                    <a:ext uri="{9D8B030D-6E8A-4147-A177-3AD203B41FA5}">
                      <a16:colId xmlns:a16="http://schemas.microsoft.com/office/drawing/2014/main" val="3109133302"/>
                    </a:ext>
                  </a:extLst>
                </a:gridCol>
                <a:gridCol w="1884873">
                  <a:extLst>
                    <a:ext uri="{9D8B030D-6E8A-4147-A177-3AD203B41FA5}">
                      <a16:colId xmlns:a16="http://schemas.microsoft.com/office/drawing/2014/main" val="2686923973"/>
                    </a:ext>
                  </a:extLst>
                </a:gridCol>
                <a:gridCol w="2095024">
                  <a:extLst>
                    <a:ext uri="{9D8B030D-6E8A-4147-A177-3AD203B41FA5}">
                      <a16:colId xmlns:a16="http://schemas.microsoft.com/office/drawing/2014/main" val="357321780"/>
                    </a:ext>
                  </a:extLst>
                </a:gridCol>
                <a:gridCol w="3034218">
                  <a:extLst>
                    <a:ext uri="{9D8B030D-6E8A-4147-A177-3AD203B41FA5}">
                      <a16:colId xmlns:a16="http://schemas.microsoft.com/office/drawing/2014/main" val="730095913"/>
                    </a:ext>
                  </a:extLst>
                </a:gridCol>
              </a:tblGrid>
              <a:tr h="786206">
                <a:tc>
                  <a:txBody>
                    <a:bodyPr/>
                    <a:lstStyle/>
                    <a:p>
                      <a:pPr marL="91440" marR="635" indent="0" algn="ctr">
                        <a:lnSpc>
                          <a:spcPct val="115000"/>
                        </a:lnSpc>
                        <a:spcAft>
                          <a:spcPts val="0"/>
                        </a:spcAft>
                        <a:buNone/>
                        <a:defRPr lang="en-us" b="1" cap="none">
                          <a:solidFill>
                            <a:srgbClr val="FFFFFF"/>
                          </a:solidFill>
                        </a:defRPr>
                      </a:pPr>
                      <a:r>
                        <a:rPr dirty="0"/>
                        <a:t>6</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L_Name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600" b="0" dirty="0">
                          <a:effectLst/>
                          <a:latin typeface="Calibri" panose="020F0502020204030204" pitchFamily="34" charset="0"/>
                          <a:ea typeface="Calibri" panose="020F0502020204030204" pitchFamily="34" charset="0"/>
                        </a:rPr>
                        <a:t>Not Null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l">
                        <a:lnSpc>
                          <a:spcPct val="115000"/>
                        </a:lnSpc>
                        <a:spcAft>
                          <a:spcPts val="1000"/>
                        </a:spcAft>
                      </a:pPr>
                      <a:r>
                        <a:rPr lang="en-IN" sz="1600" b="0">
                          <a:effectLst/>
                          <a:latin typeface="Calibri" panose="020F0502020204030204" pitchFamily="34" charset="0"/>
                          <a:ea typeface="Calibri" panose="020F0502020204030204" pitchFamily="34" charset="0"/>
                        </a:rPr>
                        <a:t>Last Name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3103375787"/>
                  </a:ext>
                </a:extLst>
              </a:tr>
              <a:tr h="787698">
                <a:tc>
                  <a:txBody>
                    <a:bodyPr/>
                    <a:lstStyle/>
                    <a:p>
                      <a:pPr marL="91440" marR="635" indent="0" algn="ctr">
                        <a:lnSpc>
                          <a:spcPct val="115000"/>
                        </a:lnSpc>
                        <a:spcAft>
                          <a:spcPts val="0"/>
                        </a:spcAft>
                        <a:buNone/>
                        <a:defRPr lang="en-us" b="1" cap="none">
                          <a:solidFill>
                            <a:srgbClr val="FFFFFF"/>
                          </a:solidFill>
                        </a:defRPr>
                      </a:pPr>
                      <a:r>
                        <a:rPr dirty="0"/>
                        <a:t>7</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Address</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Varchar(50)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Not Null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600" b="0">
                          <a:effectLst/>
                          <a:latin typeface="Calibri" panose="020F0502020204030204" pitchFamily="34" charset="0"/>
                          <a:ea typeface="Calibri" panose="020F0502020204030204" pitchFamily="34" charset="0"/>
                        </a:rPr>
                        <a:t>Address</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1563879986"/>
                  </a:ext>
                </a:extLst>
              </a:tr>
              <a:tr h="787698">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8</a:t>
                      </a: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City</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Not Null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600" b="0" dirty="0">
                          <a:effectLst/>
                          <a:latin typeface="Calibri" panose="020F0502020204030204" pitchFamily="34" charset="0"/>
                          <a:ea typeface="Calibri" panose="020F0502020204030204" pitchFamily="34" charset="0"/>
                        </a:rPr>
                        <a:t>City</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2363973982"/>
                  </a:ext>
                </a:extLst>
              </a:tr>
              <a:tr h="787698">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9</a:t>
                      </a: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State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Not Null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600" b="0">
                          <a:effectLst/>
                          <a:latin typeface="Calibri" panose="020F0502020204030204" pitchFamily="34" charset="0"/>
                          <a:ea typeface="Calibri" panose="020F0502020204030204" pitchFamily="34" charset="0"/>
                        </a:rPr>
                        <a:t>State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1337614387"/>
                  </a:ext>
                </a:extLst>
              </a:tr>
              <a:tr h="787698">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10</a:t>
                      </a: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Phone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dirty="0">
                          <a:effectLst/>
                          <a:latin typeface="Calibri" panose="020F0502020204030204" pitchFamily="34" charset="0"/>
                          <a:ea typeface="Calibri" panose="020F0502020204030204" pitchFamily="34" charset="0"/>
                        </a:rPr>
                        <a:t>Varchar(20)</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600" b="0">
                          <a:effectLst/>
                          <a:latin typeface="Calibri" panose="020F0502020204030204" pitchFamily="34" charset="0"/>
                          <a:ea typeface="Calibri" panose="020F0502020204030204" pitchFamily="34" charset="0"/>
                        </a:rPr>
                        <a:t>Not Null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600" b="0" dirty="0">
                          <a:effectLst/>
                          <a:latin typeface="Calibri" panose="020F0502020204030204" pitchFamily="34" charset="0"/>
                          <a:ea typeface="Calibri" panose="020F0502020204030204" pitchFamily="34" charset="0"/>
                        </a:rPr>
                        <a:t>Phone No.</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3965395264"/>
                  </a:ext>
                </a:extLst>
              </a:tr>
            </a:tbl>
          </a:graphicData>
        </a:graphic>
      </p:graphicFrame>
      <p:graphicFrame>
        <p:nvGraphicFramePr>
          <p:cNvPr id="2" name="Table 1">
            <a:extLst>
              <a:ext uri="{FF2B5EF4-FFF2-40B4-BE49-F238E27FC236}">
                <a16:creationId xmlns:a16="http://schemas.microsoft.com/office/drawing/2014/main" id="{1BB6E19D-CACA-00B0-52E2-CE93839F5234}"/>
              </a:ext>
            </a:extLst>
          </p:cNvPr>
          <p:cNvGraphicFramePr>
            <a:graphicFrameLocks noGrp="1"/>
          </p:cNvGraphicFramePr>
          <p:nvPr>
            <p:extLst>
              <p:ext uri="{D42A27DB-BD31-4B8C-83A1-F6EECF244321}">
                <p14:modId xmlns:p14="http://schemas.microsoft.com/office/powerpoint/2010/main" val="1426587283"/>
              </p:ext>
            </p:extLst>
          </p:nvPr>
        </p:nvGraphicFramePr>
        <p:xfrm>
          <a:off x="1142999" y="644737"/>
          <a:ext cx="9892666" cy="741468"/>
        </p:xfrm>
        <a:graphic>
          <a:graphicData uri="http://schemas.openxmlformats.org/drawingml/2006/table">
            <a:tbl>
              <a:tblPr>
                <a:noFill/>
              </a:tblPr>
              <a:tblGrid>
                <a:gridCol w="1133778">
                  <a:extLst>
                    <a:ext uri="{9D8B030D-6E8A-4147-A177-3AD203B41FA5}">
                      <a16:colId xmlns:a16="http://schemas.microsoft.com/office/drawing/2014/main" val="1992486263"/>
                    </a:ext>
                  </a:extLst>
                </a:gridCol>
                <a:gridCol w="1744773">
                  <a:extLst>
                    <a:ext uri="{9D8B030D-6E8A-4147-A177-3AD203B41FA5}">
                      <a16:colId xmlns:a16="http://schemas.microsoft.com/office/drawing/2014/main" val="2252014995"/>
                    </a:ext>
                  </a:extLst>
                </a:gridCol>
                <a:gridCol w="1808985">
                  <a:extLst>
                    <a:ext uri="{9D8B030D-6E8A-4147-A177-3AD203B41FA5}">
                      <a16:colId xmlns:a16="http://schemas.microsoft.com/office/drawing/2014/main" val="1008465760"/>
                    </a:ext>
                  </a:extLst>
                </a:gridCol>
                <a:gridCol w="2170912">
                  <a:extLst>
                    <a:ext uri="{9D8B030D-6E8A-4147-A177-3AD203B41FA5}">
                      <a16:colId xmlns:a16="http://schemas.microsoft.com/office/drawing/2014/main" val="1552445377"/>
                    </a:ext>
                  </a:extLst>
                </a:gridCol>
                <a:gridCol w="3034218">
                  <a:extLst>
                    <a:ext uri="{9D8B030D-6E8A-4147-A177-3AD203B41FA5}">
                      <a16:colId xmlns:a16="http://schemas.microsoft.com/office/drawing/2014/main" val="381574363"/>
                    </a:ext>
                  </a:extLst>
                </a:gridCol>
              </a:tblGrid>
              <a:tr h="741468">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CONSTRAINTS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rPr dirty="0"/>
                        <a:t>DESCRIPTION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135785994"/>
                  </a:ext>
                </a:extLst>
              </a:tr>
            </a:tbl>
          </a:graphicData>
        </a:graphic>
      </p:graphicFrame>
    </p:spTree>
    <p:extLst>
      <p:ext uri="{BB962C8B-B14F-4D97-AF65-F5344CB8AC3E}">
        <p14:creationId xmlns:p14="http://schemas.microsoft.com/office/powerpoint/2010/main" val="1259942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4154402"/>
              </p:ext>
            </p:extLst>
          </p:nvPr>
        </p:nvGraphicFramePr>
        <p:xfrm>
          <a:off x="850265" y="1292224"/>
          <a:ext cx="10535920" cy="5169533"/>
        </p:xfrm>
        <a:graphic>
          <a:graphicData uri="http://schemas.openxmlformats.org/drawingml/2006/table">
            <a:tbl>
              <a:tblPr>
                <a:noFill/>
              </a:tblPr>
              <a:tblGrid>
                <a:gridCol w="1475929">
                  <a:extLst>
                    <a:ext uri="{9D8B030D-6E8A-4147-A177-3AD203B41FA5}">
                      <a16:colId xmlns:a16="http://schemas.microsoft.com/office/drawing/2014/main" val="20000"/>
                    </a:ext>
                  </a:extLst>
                </a:gridCol>
                <a:gridCol w="2092032">
                  <a:extLst>
                    <a:ext uri="{9D8B030D-6E8A-4147-A177-3AD203B41FA5}">
                      <a16:colId xmlns:a16="http://schemas.microsoft.com/office/drawing/2014/main" val="20001"/>
                    </a:ext>
                  </a:extLst>
                </a:gridCol>
                <a:gridCol w="1784454">
                  <a:extLst>
                    <a:ext uri="{9D8B030D-6E8A-4147-A177-3AD203B41FA5}">
                      <a16:colId xmlns:a16="http://schemas.microsoft.com/office/drawing/2014/main" val="20002"/>
                    </a:ext>
                  </a:extLst>
                </a:gridCol>
                <a:gridCol w="2483948">
                  <a:extLst>
                    <a:ext uri="{9D8B030D-6E8A-4147-A177-3AD203B41FA5}">
                      <a16:colId xmlns:a16="http://schemas.microsoft.com/office/drawing/2014/main" val="20004"/>
                    </a:ext>
                  </a:extLst>
                </a:gridCol>
                <a:gridCol w="2699557">
                  <a:extLst>
                    <a:ext uri="{9D8B030D-6E8A-4147-A177-3AD203B41FA5}">
                      <a16:colId xmlns:a16="http://schemas.microsoft.com/office/drawing/2014/main" val="20005"/>
                    </a:ext>
                  </a:extLst>
                </a:gridCol>
              </a:tblGrid>
              <a:tr h="738349">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t>FIELD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t>CONSTRAINTS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DESCRIPTION </a:t>
                      </a:r>
                      <a:endParaRPr lang="en-in" cap="none" dirty="0">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656524234" type="min" val="860425"/>
                  </a:ext>
                </a:extLst>
              </a:tr>
              <a:tr h="738349">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400" b="0" dirty="0" err="1">
                          <a:solidFill>
                            <a:srgbClr val="000000"/>
                          </a:solidFill>
                          <a:effectLst/>
                          <a:latin typeface="Arial" panose="020B0604020202020204" pitchFamily="34" charset="0"/>
                          <a:ea typeface="Calibri" panose="020F0502020204030204" pitchFamily="34" charset="0"/>
                        </a:rPr>
                        <a:t>Admin_id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Primary 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Unique 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656524234" type="min" val="860425"/>
                  </a:ext>
                </a:extLst>
              </a:tr>
              <a:tr h="738349">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Password </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400" b="0" dirty="0">
                          <a:solidFill>
                            <a:srgbClr val="000000"/>
                          </a:solidFill>
                          <a:effectLst/>
                          <a:latin typeface="Arial" panose="020B0604020202020204" pitchFamily="34" charset="0"/>
                          <a:ea typeface="Calibri" panose="020F0502020204030204" pitchFamily="34" charset="0"/>
                        </a:rPr>
                        <a:t>Varchar(20)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l">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Password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656524234" type="min" val="860425"/>
                  </a:ext>
                </a:extLst>
              </a:tr>
              <a:tr h="738349">
                <a:tc>
                  <a:txBody>
                    <a:bodyPr/>
                    <a:lstStyle/>
                    <a:p>
                      <a:pPr marL="91440" marR="635" indent="0" algn="ctr">
                        <a:lnSpc>
                          <a:spcPct val="115000"/>
                        </a:lnSpc>
                        <a:spcAft>
                          <a:spcPts val="0"/>
                        </a:spcAft>
                        <a:buNone/>
                        <a:defRPr lang="en-us" b="1" cap="none">
                          <a:solidFill>
                            <a:srgbClr val="FFFFFF"/>
                          </a:solidFill>
                        </a:defRPr>
                      </a:pPr>
                      <a:r>
                        <a:t>3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F_Name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400" b="0" dirty="0">
                          <a:solidFill>
                            <a:srgbClr val="000000"/>
                          </a:solidFill>
                          <a:effectLst/>
                          <a:latin typeface="Arial" panose="020B0604020202020204" pitchFamily="34" charset="0"/>
                          <a:ea typeface="Calibri" panose="020F0502020204030204" pitchFamily="34" charset="0"/>
                        </a:rPr>
                        <a:t>Not Null</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First Name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656524234" type="min" val="860425"/>
                  </a:ext>
                </a:extLst>
              </a:tr>
              <a:tr h="738349">
                <a:tc>
                  <a:txBody>
                    <a:bodyPr/>
                    <a:lstStyle/>
                    <a:p>
                      <a:pPr marL="91440" marR="635" indent="0" algn="ctr">
                        <a:lnSpc>
                          <a:spcPct val="115000"/>
                        </a:lnSpc>
                        <a:spcAft>
                          <a:spcPts val="0"/>
                        </a:spcAft>
                        <a:buNone/>
                        <a:defRPr lang="en-us" b="1" cap="none">
                          <a:solidFill>
                            <a:srgbClr val="FFFFFF"/>
                          </a:solidFill>
                        </a:defRPr>
                      </a:pPr>
                      <a:r>
                        <a:t>4</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L_Name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l">
                        <a:lnSpc>
                          <a:spcPct val="115000"/>
                        </a:lnSpc>
                      </a:pPr>
                      <a:r>
                        <a:rPr lang="en-IN" sz="1400" b="0" dirty="0">
                          <a:solidFill>
                            <a:srgbClr val="000000"/>
                          </a:solidFill>
                          <a:effectLst/>
                          <a:latin typeface="Arial" panose="020B0604020202020204" pitchFamily="34" charset="0"/>
                          <a:ea typeface="Calibri" panose="020F0502020204030204" pitchFamily="34" charset="0"/>
                        </a:rPr>
                        <a:t>Not Null</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l">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Last Name</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4"/>
                  </a:ext>
                  <a:ext uri="smNativeData">
                    <pr:rowheight xmlns:pr="smNativeData" xmlns="" xmlns:p15="http://schemas.microsoft.com/office/powerpoint/2012/main" xmlns:p14="http://schemas.microsoft.com/office/powerpoint/2010/main" xmlns:mc="http://schemas.openxmlformats.org/markup-compatibility/2006" dt="1656524234" type="min" val="860425"/>
                  </a:ext>
                </a:extLst>
              </a:tr>
              <a:tr h="738894">
                <a:tc>
                  <a:txBody>
                    <a:bodyPr/>
                    <a:lstStyle/>
                    <a:p>
                      <a:pPr marL="91440" marR="635" indent="0" algn="ctr">
                        <a:lnSpc>
                          <a:spcPct val="115000"/>
                        </a:lnSpc>
                        <a:spcAft>
                          <a:spcPts val="0"/>
                        </a:spcAft>
                        <a:buNone/>
                        <a:defRPr lang="en-us" b="1" cap="none">
                          <a:solidFill>
                            <a:srgbClr val="FFFFFF"/>
                          </a:solidFill>
                        </a:defRPr>
                      </a:pPr>
                      <a:r>
                        <a:t>5</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E_mail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l">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E-Mail</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10005"/>
                  </a:ext>
                  <a:ext uri="smNativeData">
                    <pr:rowheight xmlns:pr="smNativeData" xmlns="" xmlns:p15="http://schemas.microsoft.com/office/powerpoint/2012/main" xmlns:p14="http://schemas.microsoft.com/office/powerpoint/2010/main" xmlns:mc="http://schemas.openxmlformats.org/markup-compatibility/2006" dt="1656524234" type="min" val="861060"/>
                  </a:ext>
                </a:extLst>
              </a:tr>
              <a:tr h="738894">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6</a:t>
                      </a: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Phone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l">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Phone No.</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377259480"/>
                  </a:ext>
                </a:extLst>
              </a:tr>
            </a:tbl>
          </a:graphicData>
        </a:graphic>
      </p:graphicFrame>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EwF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9QQAAHACAADTOAAABAgAABAAAAAmAAAACAAAAP//////////"/>
              </a:ext>
            </a:extLst>
          </p:cNvSpPr>
          <p:nvPr/>
        </p:nvSpPr>
        <p:spPr>
          <a:xfrm>
            <a:off x="805815" y="396240"/>
            <a:ext cx="8431530" cy="906780"/>
          </a:xfrm>
          <a:prstGeom prst="rect">
            <a:avLst/>
          </a:prstGeom>
          <a:noFill/>
          <a:ln>
            <a:noFill/>
          </a:ln>
          <a:effectLst/>
        </p:spPr>
        <p:txBody>
          <a:bodyPr vert="horz" wrap="square" numCol="1" spcCol="215900" anchor="t"/>
          <a:lstStyle/>
          <a:p>
            <a:pPr>
              <a:defRPr lang="en-us" sz="2200" cap="none">
                <a:latin typeface="Times New Roman" pitchFamily="1" charset="0"/>
                <a:ea typeface="Times New Roman" pitchFamily="1" charset="0"/>
                <a:cs typeface="Times New Roman" pitchFamily="1" charset="0"/>
              </a:defRPr>
            </a:pPr>
            <a:r>
              <a:rPr lang="en-us" b="1" cap="none" dirty="0"/>
              <a:t>Table Name</a:t>
            </a:r>
            <a:r>
              <a:rPr dirty="0"/>
              <a:t> :- </a:t>
            </a:r>
            <a:r>
              <a:rPr lang="en-IN" sz="1800" b="1" dirty="0">
                <a:effectLst/>
                <a:latin typeface="Times New Roman" panose="02020603050405020304" pitchFamily="18" charset="0"/>
                <a:ea typeface="Times New Roman" panose="02020603050405020304" pitchFamily="18" charset="0"/>
              </a:rPr>
              <a:t>Admin</a:t>
            </a:r>
          </a:p>
          <a:p>
            <a:pPr>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This table is used for Admin login and detail.</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1">
            <a:extLst>
              <a:ext uri="{FF2B5EF4-FFF2-40B4-BE49-F238E27FC236}">
                <a16:creationId xmlns:a16="http://schemas.microsoft.com/office/drawing/2014/main" id="{FC12869B-D0D7-B799-27F3-DCA2F8E079A1}"/>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QF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NQYAAL8BAAC0PQAAvgcAABAAAAAmAAAACAAAAP//////////"/>
              </a:ext>
            </a:extLst>
          </p:cNvSpPr>
          <p:nvPr/>
        </p:nvSpPr>
        <p:spPr>
          <a:xfrm>
            <a:off x="1009016" y="269240"/>
            <a:ext cx="9021445" cy="974725"/>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 </a:t>
            </a:r>
            <a:r>
              <a:rPr lang="en-US" sz="1800" b="1" dirty="0">
                <a:effectLst/>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Subscription</a:t>
            </a: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This table used to store subscription details.</a:t>
            </a:r>
            <a:endParaRPr dirty="0"/>
          </a:p>
        </p:txBody>
      </p:sp>
      <p:graphicFrame>
        <p:nvGraphicFramePr>
          <p:cNvPr id="5" name="Table 4">
            <a:extLst>
              <a:ext uri="{FF2B5EF4-FFF2-40B4-BE49-F238E27FC236}">
                <a16:creationId xmlns:a16="http://schemas.microsoft.com/office/drawing/2014/main" id="{7FC71E21-B2D5-5B56-120E-D8717DE9E45C}"/>
              </a:ext>
            </a:extLst>
          </p:cNvPr>
          <p:cNvGraphicFramePr>
            <a:graphicFrameLocks noGrp="1"/>
          </p:cNvGraphicFramePr>
          <p:nvPr>
            <p:extLst>
              <p:ext uri="{D42A27DB-BD31-4B8C-83A1-F6EECF244321}">
                <p14:modId xmlns:p14="http://schemas.microsoft.com/office/powerpoint/2010/main" val="688281324"/>
              </p:ext>
            </p:extLst>
          </p:nvPr>
        </p:nvGraphicFramePr>
        <p:xfrm>
          <a:off x="1009016" y="1581912"/>
          <a:ext cx="10026650" cy="2640344"/>
        </p:xfrm>
        <a:graphic>
          <a:graphicData uri="http://schemas.openxmlformats.org/drawingml/2006/table">
            <a:tbl>
              <a:tblPr>
                <a:noFill/>
              </a:tblPr>
              <a:tblGrid>
                <a:gridCol w="1410334">
                  <a:extLst>
                    <a:ext uri="{9D8B030D-6E8A-4147-A177-3AD203B41FA5}">
                      <a16:colId xmlns:a16="http://schemas.microsoft.com/office/drawing/2014/main" val="3219701929"/>
                    </a:ext>
                  </a:extLst>
                </a:gridCol>
                <a:gridCol w="2075945">
                  <a:extLst>
                    <a:ext uri="{9D8B030D-6E8A-4147-A177-3AD203B41FA5}">
                      <a16:colId xmlns:a16="http://schemas.microsoft.com/office/drawing/2014/main" val="4080177296"/>
                    </a:ext>
                  </a:extLst>
                </a:gridCol>
                <a:gridCol w="1767332">
                  <a:extLst>
                    <a:ext uri="{9D8B030D-6E8A-4147-A177-3AD203B41FA5}">
                      <a16:colId xmlns:a16="http://schemas.microsoft.com/office/drawing/2014/main" val="3911699836"/>
                    </a:ext>
                  </a:extLst>
                </a:gridCol>
                <a:gridCol w="2235482">
                  <a:extLst>
                    <a:ext uri="{9D8B030D-6E8A-4147-A177-3AD203B41FA5}">
                      <a16:colId xmlns:a16="http://schemas.microsoft.com/office/drawing/2014/main" val="1611644093"/>
                    </a:ext>
                  </a:extLst>
                </a:gridCol>
                <a:gridCol w="2537557">
                  <a:extLst>
                    <a:ext uri="{9D8B030D-6E8A-4147-A177-3AD203B41FA5}">
                      <a16:colId xmlns:a16="http://schemas.microsoft.com/office/drawing/2014/main" val="1421940348"/>
                    </a:ext>
                  </a:extLst>
                </a:gridCol>
              </a:tblGrid>
              <a:tr h="660086">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CONSTRAINTS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DESCRIPTION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881524437"/>
                  </a:ext>
                </a:extLst>
              </a:tr>
              <a:tr h="660086">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         </a:t>
                      </a:r>
                      <a:r>
                        <a:rPr lang="en-IN" sz="1400" b="0" dirty="0" err="1">
                          <a:solidFill>
                            <a:srgbClr val="000000"/>
                          </a:solidFill>
                          <a:effectLst/>
                          <a:latin typeface="Arial" panose="020B0604020202020204" pitchFamily="34" charset="0"/>
                          <a:ea typeface="Calibri" panose="020F0502020204030204" pitchFamily="34" charset="0"/>
                        </a:rPr>
                        <a:t>Sub_id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Varchar(20)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Primary 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Unique 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488142934"/>
                  </a:ext>
                </a:extLst>
              </a:tr>
              <a:tr h="660086">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sub_Types</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Not Null</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Subscription Type</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463294174"/>
                  </a:ext>
                </a:extLst>
              </a:tr>
              <a:tr h="660086">
                <a:tc>
                  <a:txBody>
                    <a:bodyPr/>
                    <a:lstStyle/>
                    <a:p>
                      <a:pPr marL="91440" marR="635" indent="0" algn="ctr">
                        <a:lnSpc>
                          <a:spcPct val="115000"/>
                        </a:lnSpc>
                        <a:spcAft>
                          <a:spcPts val="0"/>
                        </a:spcAft>
                        <a:buNone/>
                        <a:defRPr lang="en-us" b="1" cap="none">
                          <a:solidFill>
                            <a:srgbClr val="FFFFFF"/>
                          </a:solidFill>
                        </a:defRPr>
                      </a:pPr>
                      <a:r>
                        <a:t>3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Price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Decimal(10,2)</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Price</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2596505465"/>
                  </a:ext>
                </a:extLst>
              </a:tr>
            </a:tbl>
          </a:graphicData>
        </a:graphic>
      </p:graphicFrame>
    </p:spTree>
    <p:extLst>
      <p:ext uri="{BB962C8B-B14F-4D97-AF65-F5344CB8AC3E}">
        <p14:creationId xmlns:p14="http://schemas.microsoft.com/office/powerpoint/2010/main" val="918910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1">
            <a:extLst>
              <a:ext uri="{FF2B5EF4-FFF2-40B4-BE49-F238E27FC236}">
                <a16:creationId xmlns:a16="http://schemas.microsoft.com/office/drawing/2014/main" id="{6A047858-10BC-B14E-0814-23D5D68D58D7}"/>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QF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NQYAAL8BAAC0PQAAvgcAABAAAAAmAAAACAAAAP//////////"/>
              </a:ext>
            </a:extLst>
          </p:cNvSpPr>
          <p:nvPr/>
        </p:nvSpPr>
        <p:spPr>
          <a:xfrm>
            <a:off x="1009016" y="269240"/>
            <a:ext cx="9021445" cy="974725"/>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 Sellers</a:t>
            </a:r>
            <a:endParaRPr lang="en-IN" sz="1800" dirty="0">
              <a:effectLst/>
              <a:latin typeface="Times New Roman" panose="02020603050405020304" pitchFamily="18" charset="0"/>
              <a:ea typeface="Times New Roman" panose="02020603050405020304" pitchFamily="18" charset="0"/>
            </a:endParaRP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dirty="0">
                <a:latin typeface="Times New Roman" panose="02020603050405020304" pitchFamily="18" charset="0"/>
                <a:ea typeface="Times New Roman" panose="02020603050405020304" pitchFamily="18" charset="0"/>
                <a:cs typeface="Times New Roman" panose="02020603050405020304" pitchFamily="18" charset="0"/>
              </a:rPr>
              <a:t>This table use for seller.</a:t>
            </a:r>
            <a:endParaRPr dirty="0"/>
          </a:p>
        </p:txBody>
      </p:sp>
      <p:graphicFrame>
        <p:nvGraphicFramePr>
          <p:cNvPr id="5" name="Table 4">
            <a:extLst>
              <a:ext uri="{FF2B5EF4-FFF2-40B4-BE49-F238E27FC236}">
                <a16:creationId xmlns:a16="http://schemas.microsoft.com/office/drawing/2014/main" id="{898A79E1-2CD9-29C2-3967-644643E10B22}"/>
              </a:ext>
            </a:extLst>
          </p:cNvPr>
          <p:cNvGraphicFramePr>
            <a:graphicFrameLocks noGrp="1"/>
          </p:cNvGraphicFramePr>
          <p:nvPr>
            <p:extLst>
              <p:ext uri="{D42A27DB-BD31-4B8C-83A1-F6EECF244321}">
                <p14:modId xmlns:p14="http://schemas.microsoft.com/office/powerpoint/2010/main" val="1544978794"/>
              </p:ext>
            </p:extLst>
          </p:nvPr>
        </p:nvGraphicFramePr>
        <p:xfrm>
          <a:off x="1009016" y="1581912"/>
          <a:ext cx="10026650" cy="1980258"/>
        </p:xfrm>
        <a:graphic>
          <a:graphicData uri="http://schemas.openxmlformats.org/drawingml/2006/table">
            <a:tbl>
              <a:tblPr>
                <a:noFill/>
              </a:tblPr>
              <a:tblGrid>
                <a:gridCol w="1410334">
                  <a:extLst>
                    <a:ext uri="{9D8B030D-6E8A-4147-A177-3AD203B41FA5}">
                      <a16:colId xmlns:a16="http://schemas.microsoft.com/office/drawing/2014/main" val="3219701929"/>
                    </a:ext>
                  </a:extLst>
                </a:gridCol>
                <a:gridCol w="2075945">
                  <a:extLst>
                    <a:ext uri="{9D8B030D-6E8A-4147-A177-3AD203B41FA5}">
                      <a16:colId xmlns:a16="http://schemas.microsoft.com/office/drawing/2014/main" val="4080177296"/>
                    </a:ext>
                  </a:extLst>
                </a:gridCol>
                <a:gridCol w="1767332">
                  <a:extLst>
                    <a:ext uri="{9D8B030D-6E8A-4147-A177-3AD203B41FA5}">
                      <a16:colId xmlns:a16="http://schemas.microsoft.com/office/drawing/2014/main" val="3911699836"/>
                    </a:ext>
                  </a:extLst>
                </a:gridCol>
                <a:gridCol w="2235482">
                  <a:extLst>
                    <a:ext uri="{9D8B030D-6E8A-4147-A177-3AD203B41FA5}">
                      <a16:colId xmlns:a16="http://schemas.microsoft.com/office/drawing/2014/main" val="1611644093"/>
                    </a:ext>
                  </a:extLst>
                </a:gridCol>
                <a:gridCol w="2537557">
                  <a:extLst>
                    <a:ext uri="{9D8B030D-6E8A-4147-A177-3AD203B41FA5}">
                      <a16:colId xmlns:a16="http://schemas.microsoft.com/office/drawing/2014/main" val="1421940348"/>
                    </a:ext>
                  </a:extLst>
                </a:gridCol>
              </a:tblGrid>
              <a:tr h="660086">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CONSTRAINTS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DESCRIPTION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881524437"/>
                  </a:ext>
                </a:extLst>
              </a:tr>
              <a:tr h="660086">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        </a:t>
                      </a:r>
                      <a:r>
                        <a:rPr lang="en-IN" sz="1400" b="0" dirty="0" err="1">
                          <a:solidFill>
                            <a:srgbClr val="000000"/>
                          </a:solidFill>
                          <a:effectLst/>
                          <a:latin typeface="Arial" panose="020B0604020202020204" pitchFamily="34" charset="0"/>
                          <a:ea typeface="Calibri" panose="020F0502020204030204" pitchFamily="34" charset="0"/>
                        </a:rPr>
                        <a:t>Seller_id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Varchar(20)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Primary-Key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Unique 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488142934"/>
                  </a:ext>
                </a:extLst>
              </a:tr>
              <a:tr h="660086">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dirty="0" err="1">
                          <a:solidFill>
                            <a:srgbClr val="000000"/>
                          </a:solidFill>
                          <a:effectLst/>
                          <a:latin typeface="Arial" panose="020B0604020202020204" pitchFamily="34" charset="0"/>
                          <a:ea typeface="Calibri" panose="020F0502020204030204" pitchFamily="34" charset="0"/>
                        </a:rPr>
                        <a:t>User_id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Int</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Foreign Key</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User 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463294174"/>
                  </a:ext>
                </a:extLst>
              </a:tr>
            </a:tbl>
          </a:graphicData>
        </a:graphic>
      </p:graphicFrame>
    </p:spTree>
    <p:extLst>
      <p:ext uri="{BB962C8B-B14F-4D97-AF65-F5344CB8AC3E}">
        <p14:creationId xmlns:p14="http://schemas.microsoft.com/office/powerpoint/2010/main" val="750865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1">
            <a:extLst>
              <a:ext uri="{FF2B5EF4-FFF2-40B4-BE49-F238E27FC236}">
                <a16:creationId xmlns:a16="http://schemas.microsoft.com/office/drawing/2014/main" id="{A606EC6A-DAA6-86C6-DF45-8380E2E4D21C}"/>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QF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NQYAAL8BAAC0PQAAvgcAABAAAAAmAAAACAAAAP//////////"/>
              </a:ext>
            </a:extLst>
          </p:cNvSpPr>
          <p:nvPr/>
        </p:nvSpPr>
        <p:spPr>
          <a:xfrm>
            <a:off x="1161097" y="669327"/>
            <a:ext cx="9021445" cy="974725"/>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lang="en-US" dirty="0"/>
              <a:t> :- Buyer</a:t>
            </a:r>
            <a:endParaRPr lang="en-US" sz="1800" dirty="0">
              <a:effectLst/>
              <a:latin typeface="Times New Roman" panose="02020603050405020304" pitchFamily="18" charset="0"/>
              <a:ea typeface="Times New Roman" panose="02020603050405020304" pitchFamily="18" charset="0"/>
            </a:endParaRP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lang="en-US" dirty="0"/>
              <a:t>  :-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This table used for buyer.</a:t>
            </a:r>
            <a:endParaRPr lang="en-US" dirty="0"/>
          </a:p>
        </p:txBody>
      </p:sp>
      <p:graphicFrame>
        <p:nvGraphicFramePr>
          <p:cNvPr id="7" name="Table 6">
            <a:extLst>
              <a:ext uri="{FF2B5EF4-FFF2-40B4-BE49-F238E27FC236}">
                <a16:creationId xmlns:a16="http://schemas.microsoft.com/office/drawing/2014/main" id="{CC8BBDA2-03AA-9AE1-57EE-E290F232B20D}"/>
              </a:ext>
            </a:extLst>
          </p:cNvPr>
          <p:cNvGraphicFramePr>
            <a:graphicFrameLocks noGrp="1"/>
          </p:cNvGraphicFramePr>
          <p:nvPr>
            <p:extLst>
              <p:ext uri="{D42A27DB-BD31-4B8C-83A1-F6EECF244321}">
                <p14:modId xmlns:p14="http://schemas.microsoft.com/office/powerpoint/2010/main" val="1699219882"/>
              </p:ext>
            </p:extLst>
          </p:nvPr>
        </p:nvGraphicFramePr>
        <p:xfrm>
          <a:off x="1211008" y="2118360"/>
          <a:ext cx="10026650" cy="1980258"/>
        </p:xfrm>
        <a:graphic>
          <a:graphicData uri="http://schemas.openxmlformats.org/drawingml/2006/table">
            <a:tbl>
              <a:tblPr>
                <a:noFill/>
              </a:tblPr>
              <a:tblGrid>
                <a:gridCol w="1410334">
                  <a:extLst>
                    <a:ext uri="{9D8B030D-6E8A-4147-A177-3AD203B41FA5}">
                      <a16:colId xmlns:a16="http://schemas.microsoft.com/office/drawing/2014/main" val="3219701929"/>
                    </a:ext>
                  </a:extLst>
                </a:gridCol>
                <a:gridCol w="2075945">
                  <a:extLst>
                    <a:ext uri="{9D8B030D-6E8A-4147-A177-3AD203B41FA5}">
                      <a16:colId xmlns:a16="http://schemas.microsoft.com/office/drawing/2014/main" val="4080177296"/>
                    </a:ext>
                  </a:extLst>
                </a:gridCol>
                <a:gridCol w="1767332">
                  <a:extLst>
                    <a:ext uri="{9D8B030D-6E8A-4147-A177-3AD203B41FA5}">
                      <a16:colId xmlns:a16="http://schemas.microsoft.com/office/drawing/2014/main" val="3911699836"/>
                    </a:ext>
                  </a:extLst>
                </a:gridCol>
                <a:gridCol w="2235482">
                  <a:extLst>
                    <a:ext uri="{9D8B030D-6E8A-4147-A177-3AD203B41FA5}">
                      <a16:colId xmlns:a16="http://schemas.microsoft.com/office/drawing/2014/main" val="1611644093"/>
                    </a:ext>
                  </a:extLst>
                </a:gridCol>
                <a:gridCol w="2537557">
                  <a:extLst>
                    <a:ext uri="{9D8B030D-6E8A-4147-A177-3AD203B41FA5}">
                      <a16:colId xmlns:a16="http://schemas.microsoft.com/office/drawing/2014/main" val="1421940348"/>
                    </a:ext>
                  </a:extLst>
                </a:gridCol>
              </a:tblGrid>
              <a:tr h="660086">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CONSTRAINTS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DESCRIPTION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881524437"/>
                  </a:ext>
                </a:extLst>
              </a:tr>
              <a:tr h="660086">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         </a:t>
                      </a:r>
                      <a:r>
                        <a:rPr lang="en-IN" sz="1400" b="0" dirty="0" err="1">
                          <a:solidFill>
                            <a:srgbClr val="000000"/>
                          </a:solidFill>
                          <a:effectLst/>
                          <a:latin typeface="Arial" panose="020B0604020202020204" pitchFamily="34" charset="0"/>
                          <a:ea typeface="Calibri" panose="020F0502020204030204" pitchFamily="34" charset="0"/>
                        </a:rPr>
                        <a:t>Buyer_id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Primary Key</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Unique 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488142934"/>
                  </a:ext>
                </a:extLst>
              </a:tr>
              <a:tr h="660086">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dirty="0" err="1">
                          <a:solidFill>
                            <a:srgbClr val="000000"/>
                          </a:solidFill>
                          <a:effectLst/>
                          <a:latin typeface="Arial" panose="020B0604020202020204" pitchFamily="34" charset="0"/>
                          <a:ea typeface="Calibri" panose="020F0502020204030204" pitchFamily="34" charset="0"/>
                        </a:rPr>
                        <a:t>User_id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Int</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Foreign 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User 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463294174"/>
                  </a:ext>
                </a:extLst>
              </a:tr>
            </a:tbl>
          </a:graphicData>
        </a:graphic>
      </p:graphicFrame>
    </p:spTree>
    <p:extLst>
      <p:ext uri="{BB962C8B-B14F-4D97-AF65-F5344CB8AC3E}">
        <p14:creationId xmlns:p14="http://schemas.microsoft.com/office/powerpoint/2010/main" val="681923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11547441"/>
              </p:ext>
            </p:extLst>
          </p:nvPr>
        </p:nvGraphicFramePr>
        <p:xfrm>
          <a:off x="658495" y="1179195"/>
          <a:ext cx="10654030" cy="5346065"/>
        </p:xfrm>
        <a:graphic>
          <a:graphicData uri="http://schemas.openxmlformats.org/drawingml/2006/table">
            <a:tbl>
              <a:tblPr>
                <a:noFill/>
              </a:tblPr>
              <a:tblGrid>
                <a:gridCol w="1498581">
                  <a:extLst>
                    <a:ext uri="{9D8B030D-6E8A-4147-A177-3AD203B41FA5}">
                      <a16:colId xmlns:a16="http://schemas.microsoft.com/office/drawing/2014/main" val="20000"/>
                    </a:ext>
                  </a:extLst>
                </a:gridCol>
                <a:gridCol w="2205839">
                  <a:extLst>
                    <a:ext uri="{9D8B030D-6E8A-4147-A177-3AD203B41FA5}">
                      <a16:colId xmlns:a16="http://schemas.microsoft.com/office/drawing/2014/main" val="20001"/>
                    </a:ext>
                  </a:extLst>
                </a:gridCol>
                <a:gridCol w="1877916">
                  <a:extLst>
                    <a:ext uri="{9D8B030D-6E8A-4147-A177-3AD203B41FA5}">
                      <a16:colId xmlns:a16="http://schemas.microsoft.com/office/drawing/2014/main" val="20002"/>
                    </a:ext>
                  </a:extLst>
                </a:gridCol>
                <a:gridCol w="2375359">
                  <a:extLst>
                    <a:ext uri="{9D8B030D-6E8A-4147-A177-3AD203B41FA5}">
                      <a16:colId xmlns:a16="http://schemas.microsoft.com/office/drawing/2014/main" val="20004"/>
                    </a:ext>
                  </a:extLst>
                </a:gridCol>
                <a:gridCol w="2696335">
                  <a:extLst>
                    <a:ext uri="{9D8B030D-6E8A-4147-A177-3AD203B41FA5}">
                      <a16:colId xmlns:a16="http://schemas.microsoft.com/office/drawing/2014/main" val="20005"/>
                    </a:ext>
                  </a:extLst>
                </a:gridCol>
              </a:tblGrid>
              <a:tr h="593725">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rPr dirty="0"/>
                        <a:t>CONSTRAINTS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rPr dirty="0"/>
                        <a:t>DESCRIPTION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656524234" type="min" val="593725"/>
                  </a:ext>
                </a:extLst>
              </a:tr>
              <a:tr h="593725">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600" b="0" dirty="0" err="1">
                          <a:solidFill>
                            <a:srgbClr val="000000"/>
                          </a:solidFill>
                          <a:effectLst/>
                          <a:latin typeface="Arial" panose="020B0604020202020204" pitchFamily="34" charset="0"/>
                          <a:ea typeface="Calibri" panose="020F0502020204030204" pitchFamily="34" charset="0"/>
                        </a:rPr>
                        <a:t>Car_id</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Primary Key</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just">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Unique 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656524234" type="min" val="593725"/>
                  </a:ext>
                </a:extLst>
              </a:tr>
              <a:tr h="593725">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600" b="0" dirty="0" err="1">
                          <a:solidFill>
                            <a:srgbClr val="000000"/>
                          </a:solidFill>
                          <a:effectLst/>
                          <a:latin typeface="Arial" panose="020B0604020202020204" pitchFamily="34" charset="0"/>
                          <a:ea typeface="Calibri" panose="020F0502020204030204" pitchFamily="34" charset="0"/>
                        </a:rPr>
                        <a:t>Car_name</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dirty="0">
                          <a:solidFill>
                            <a:srgbClr val="000000"/>
                          </a:solidFill>
                          <a:effectLst/>
                          <a:latin typeface="Arial" panose="020B0604020202020204" pitchFamily="34" charset="0"/>
                          <a:ea typeface="Calibri" panose="020F0502020204030204" pitchFamily="34" charset="0"/>
                        </a:rPr>
                        <a:t>Varchar(20)</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Not Null</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just">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Car Name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656524234" type="min" val="593725"/>
                  </a:ext>
                </a:extLst>
              </a:tr>
              <a:tr h="593725">
                <a:tc>
                  <a:txBody>
                    <a:bodyPr/>
                    <a:lstStyle/>
                    <a:p>
                      <a:pPr marL="91440" marR="635" indent="0" algn="ctr">
                        <a:lnSpc>
                          <a:spcPct val="115000"/>
                        </a:lnSpc>
                        <a:spcAft>
                          <a:spcPts val="0"/>
                        </a:spcAft>
                        <a:buNone/>
                        <a:defRPr lang="en-us" b="1" cap="none">
                          <a:solidFill>
                            <a:srgbClr val="FFFFFF"/>
                          </a:solidFill>
                        </a:defRPr>
                      </a:pPr>
                      <a:r>
                        <a:t>3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Regis_Year</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dirty="0">
                          <a:solidFill>
                            <a:srgbClr val="000000"/>
                          </a:solidFill>
                          <a:effectLst/>
                          <a:latin typeface="Arial" panose="020B0604020202020204" pitchFamily="34" charset="0"/>
                          <a:ea typeface="Calibri" panose="020F0502020204030204" pitchFamily="34" charset="0"/>
                        </a:rPr>
                        <a:t>Decimal(4)</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dirty="0">
                          <a:solidFill>
                            <a:srgbClr val="000000"/>
                          </a:solidFill>
                          <a:effectLst/>
                          <a:latin typeface="Arial" panose="020B0604020202020204" pitchFamily="34" charset="0"/>
                          <a:ea typeface="Calibri" panose="020F0502020204030204" pitchFamily="34" charset="0"/>
                        </a:rPr>
                        <a:t>Not Null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just">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Registration Year</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656524234" type="min" val="593725"/>
                  </a:ext>
                </a:extLst>
              </a:tr>
              <a:tr h="593725">
                <a:tc>
                  <a:txBody>
                    <a:bodyPr/>
                    <a:lstStyle/>
                    <a:p>
                      <a:pPr marL="91440" marR="635" indent="0" algn="ctr">
                        <a:lnSpc>
                          <a:spcPct val="115000"/>
                        </a:lnSpc>
                        <a:spcAft>
                          <a:spcPts val="0"/>
                        </a:spcAft>
                        <a:buNone/>
                        <a:defRPr lang="en-us" b="1" cap="none">
                          <a:solidFill>
                            <a:srgbClr val="FFFFFF"/>
                          </a:solidFill>
                        </a:defRPr>
                      </a:pPr>
                      <a:r>
                        <a:t>4</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KM_Driven</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dirty="0">
                          <a:solidFill>
                            <a:srgbClr val="000000"/>
                          </a:solidFill>
                          <a:effectLst/>
                          <a:latin typeface="Arial" panose="020B0604020202020204" pitchFamily="34" charset="0"/>
                          <a:ea typeface="Calibri" panose="020F0502020204030204" pitchFamily="34" charset="0"/>
                        </a:rPr>
                        <a:t>Decimal(10)</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dirty="0">
                          <a:solidFill>
                            <a:srgbClr val="000000"/>
                          </a:solidFill>
                          <a:effectLst/>
                          <a:latin typeface="Arial" panose="020B0604020202020204" pitchFamily="34" charset="0"/>
                          <a:ea typeface="Calibri" panose="020F0502020204030204" pitchFamily="34" charset="0"/>
                        </a:rPr>
                        <a:t>Not Null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just">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KM Driven</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4"/>
                  </a:ext>
                  <a:ext uri="smNativeData">
                    <pr:rowheight xmlns:pr="smNativeData" xmlns="" xmlns:p15="http://schemas.microsoft.com/office/powerpoint/2012/main" xmlns:p14="http://schemas.microsoft.com/office/powerpoint/2010/main" xmlns:mc="http://schemas.openxmlformats.org/markup-compatibility/2006" dt="1656524234" type="min" val="593725"/>
                  </a:ext>
                </a:extLst>
              </a:tr>
              <a:tr h="593725">
                <a:tc>
                  <a:txBody>
                    <a:bodyPr/>
                    <a:lstStyle/>
                    <a:p>
                      <a:pPr marL="91440" marR="635" indent="0" algn="ctr">
                        <a:lnSpc>
                          <a:spcPct val="115000"/>
                        </a:lnSpc>
                        <a:spcAft>
                          <a:spcPts val="0"/>
                        </a:spcAft>
                        <a:buNone/>
                        <a:defRPr lang="en-us" b="1" cap="none">
                          <a:solidFill>
                            <a:srgbClr val="FFFFFF"/>
                          </a:solidFill>
                        </a:defRPr>
                      </a:pPr>
                      <a:r>
                        <a:rPr dirty="0"/>
                        <a:t>5</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Price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Decimal(10,2)</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dirty="0">
                          <a:solidFill>
                            <a:srgbClr val="000000"/>
                          </a:solidFill>
                          <a:effectLst/>
                          <a:latin typeface="Arial" panose="020B0604020202020204" pitchFamily="34" charset="0"/>
                          <a:ea typeface="Calibri" panose="020F0502020204030204" pitchFamily="34" charset="0"/>
                        </a:rPr>
                        <a:t>Not Null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just">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Car Price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5"/>
                  </a:ext>
                  <a:ext uri="smNativeData">
                    <pr:rowheight xmlns:pr="smNativeData" xmlns="" xmlns:p15="http://schemas.microsoft.com/office/powerpoint/2012/main" xmlns:p14="http://schemas.microsoft.com/office/powerpoint/2010/main" xmlns:mc="http://schemas.openxmlformats.org/markup-compatibility/2006" dt="1656524234" type="min" val="593725"/>
                  </a:ext>
                </a:extLst>
              </a:tr>
              <a:tr h="593725">
                <a:tc>
                  <a:txBody>
                    <a:bodyPr/>
                    <a:lstStyle/>
                    <a:p>
                      <a:pPr marL="91440" marR="635" indent="0" algn="ctr">
                        <a:lnSpc>
                          <a:spcPct val="115000"/>
                        </a:lnSpc>
                        <a:spcAft>
                          <a:spcPts val="0"/>
                        </a:spcAft>
                        <a:buNone/>
                        <a:defRPr lang="en-us" b="1" cap="none">
                          <a:solidFill>
                            <a:srgbClr val="FFFFFF"/>
                          </a:solidFill>
                        </a:defRPr>
                      </a:pPr>
                      <a:r>
                        <a:rPr dirty="0"/>
                        <a:t>6</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algn="just">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         Car_Brand_id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Int</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dirty="0">
                          <a:solidFill>
                            <a:srgbClr val="000000"/>
                          </a:solidFill>
                          <a:effectLst/>
                          <a:latin typeface="Arial" panose="020B0604020202020204" pitchFamily="34" charset="0"/>
                          <a:ea typeface="Calibri" panose="020F0502020204030204" pitchFamily="34" charset="0"/>
                        </a:rPr>
                        <a:t>Foreign Key</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just">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Car Brand 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6"/>
                  </a:ext>
                  <a:ext uri="smNativeData">
                    <pr:rowheight xmlns:mc="http://schemas.openxmlformats.org/markup-compatibility/2006" xmlns:p14="http://schemas.microsoft.com/office/powerpoint/2010/main" xmlns:p15="http://schemas.microsoft.com/office/powerpoint/2012/main" xmlns="" xmlns:pr="smNativeData" dt="1656524234" type="min" val="593725"/>
                  </a:ext>
                </a:extLst>
              </a:tr>
              <a:tr h="593725">
                <a:tc>
                  <a:txBody>
                    <a:bodyPr/>
                    <a:lstStyle/>
                    <a:p>
                      <a:pPr marL="91440" marR="635" indent="0" algn="ctr">
                        <a:lnSpc>
                          <a:spcPct val="115000"/>
                        </a:lnSpc>
                        <a:spcAft>
                          <a:spcPts val="0"/>
                        </a:spcAft>
                        <a:buNone/>
                        <a:defRPr lang="en-us" b="1" cap="none">
                          <a:solidFill>
                            <a:srgbClr val="FFFFFF"/>
                          </a:solidFill>
                        </a:defRPr>
                      </a:pPr>
                      <a:r>
                        <a:t>7</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Model_id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Int</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Foreign Key</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just">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Model</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7"/>
                  </a:ext>
                  <a:ext uri="smNativeData">
                    <pr:rowheight xmlns:mc="http://schemas.openxmlformats.org/markup-compatibility/2006" xmlns:p14="http://schemas.microsoft.com/office/powerpoint/2010/main" xmlns:p15="http://schemas.microsoft.com/office/powerpoint/2012/main" xmlns="" xmlns:pr="smNativeData" dt="1656524234" type="min" val="593725"/>
                  </a:ext>
                </a:extLst>
              </a:tr>
              <a:tr h="596265">
                <a:tc>
                  <a:txBody>
                    <a:bodyPr/>
                    <a:lstStyle/>
                    <a:p>
                      <a:pPr marL="91440" marR="635" indent="0" algn="ctr">
                        <a:lnSpc>
                          <a:spcPct val="115000"/>
                        </a:lnSpc>
                        <a:spcAft>
                          <a:spcPts val="0"/>
                        </a:spcAft>
                        <a:buNone/>
                        <a:defRPr lang="en-us" b="1" cap="none">
                          <a:solidFill>
                            <a:srgbClr val="FFFFFF"/>
                          </a:solidFill>
                        </a:defRPr>
                      </a:pPr>
                      <a:r>
                        <a:t>8</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Variant_id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Int</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600" b="0">
                          <a:solidFill>
                            <a:srgbClr val="000000"/>
                          </a:solidFill>
                          <a:effectLst/>
                          <a:latin typeface="Arial" panose="020B0604020202020204" pitchFamily="34" charset="0"/>
                          <a:ea typeface="Calibri" panose="020F0502020204030204" pitchFamily="34" charset="0"/>
                        </a:rPr>
                        <a:t>Foreign Key</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Variant</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8"/>
                  </a:ext>
                  <a:ext uri="smNativeData">
                    <pr:rowheight xmlns:mc="http://schemas.openxmlformats.org/markup-compatibility/2006" xmlns:p14="http://schemas.microsoft.com/office/powerpoint/2010/main" xmlns:p15="http://schemas.microsoft.com/office/powerpoint/2012/main" xmlns="" xmlns:pr="smNativeData" dt="1656524234" type="min" val="596265"/>
                  </a:ext>
                </a:extLst>
              </a:tr>
            </a:tbl>
          </a:graphicData>
        </a:graphic>
      </p:graphicFrame>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C8E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6QMAALIAAACWPwAAcgcAABAgAAAmAAAACAAAAP//////////"/>
              </a:ext>
            </a:extLst>
          </p:cNvSpPr>
          <p:nvPr/>
        </p:nvSpPr>
        <p:spPr>
          <a:xfrm>
            <a:off x="879475" y="81915"/>
            <a:ext cx="9700895" cy="1097280"/>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a:t>
            </a:r>
            <a:r>
              <a:rPr lang="en-IN" sz="1800" dirty="0" err="1">
                <a:effectLst/>
                <a:latin typeface="Times New Roman" panose="02020603050405020304" pitchFamily="18" charset="0"/>
                <a:ea typeface="Times New Roman" panose="02020603050405020304" pitchFamily="18" charset="0"/>
              </a:rPr>
              <a:t>Car_Info</a:t>
            </a:r>
            <a:r>
              <a:rPr lang="en-IN" sz="1800" dirty="0">
                <a:effectLst/>
                <a:latin typeface="Times New Roman" panose="02020603050405020304" pitchFamily="18" charset="0"/>
                <a:ea typeface="Times New Roman" panose="02020603050405020304" pitchFamily="18" charset="0"/>
              </a:rPr>
              <a:t>.</a:t>
            </a: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IN" sz="1800" dirty="0">
                <a:effectLst/>
                <a:latin typeface="Times New Roman" panose="02020603050405020304" pitchFamily="18" charset="0"/>
                <a:ea typeface="Times New Roman" panose="02020603050405020304" pitchFamily="18" charset="0"/>
              </a:rPr>
              <a:t>This table is used for add new vehicle and Car Information. </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63125450"/>
              </p:ext>
            </p:extLst>
          </p:nvPr>
        </p:nvGraphicFramePr>
        <p:xfrm>
          <a:off x="667512" y="1232027"/>
          <a:ext cx="10341864" cy="2827020"/>
        </p:xfrm>
        <a:graphic>
          <a:graphicData uri="http://schemas.openxmlformats.org/drawingml/2006/table">
            <a:tbl>
              <a:tblPr>
                <a:noFill/>
              </a:tblPr>
              <a:tblGrid>
                <a:gridCol w="1647790">
                  <a:extLst>
                    <a:ext uri="{9D8B030D-6E8A-4147-A177-3AD203B41FA5}">
                      <a16:colId xmlns:a16="http://schemas.microsoft.com/office/drawing/2014/main" val="20000"/>
                    </a:ext>
                  </a:extLst>
                </a:gridCol>
                <a:gridCol w="2214947">
                  <a:extLst>
                    <a:ext uri="{9D8B030D-6E8A-4147-A177-3AD203B41FA5}">
                      <a16:colId xmlns:a16="http://schemas.microsoft.com/office/drawing/2014/main" val="20001"/>
                    </a:ext>
                  </a:extLst>
                </a:gridCol>
                <a:gridCol w="2446011">
                  <a:extLst>
                    <a:ext uri="{9D8B030D-6E8A-4147-A177-3AD203B41FA5}">
                      <a16:colId xmlns:a16="http://schemas.microsoft.com/office/drawing/2014/main" val="20002"/>
                    </a:ext>
                  </a:extLst>
                </a:gridCol>
                <a:gridCol w="1904527">
                  <a:extLst>
                    <a:ext uri="{9D8B030D-6E8A-4147-A177-3AD203B41FA5}">
                      <a16:colId xmlns:a16="http://schemas.microsoft.com/office/drawing/2014/main" val="20003"/>
                    </a:ext>
                  </a:extLst>
                </a:gridCol>
                <a:gridCol w="2128589">
                  <a:extLst>
                    <a:ext uri="{9D8B030D-6E8A-4147-A177-3AD203B41FA5}">
                      <a16:colId xmlns:a16="http://schemas.microsoft.com/office/drawing/2014/main" val="20004"/>
                    </a:ext>
                  </a:extLst>
                </a:gridCol>
              </a:tblGrid>
              <a:tr h="706755">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9</a:t>
                      </a: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400" b="0" dirty="0" err="1">
                          <a:solidFill>
                            <a:srgbClr val="000000"/>
                          </a:solidFill>
                          <a:effectLst/>
                          <a:latin typeface="Arial" panose="020B0604020202020204" pitchFamily="34" charset="0"/>
                          <a:ea typeface="Calibri" panose="020F0502020204030204" pitchFamily="34" charset="0"/>
                        </a:rPr>
                        <a:t>Owner_id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just">
                        <a:lnSpc>
                          <a:spcPct val="115000"/>
                        </a:lnSpc>
                      </a:pPr>
                      <a:r>
                        <a:rPr lang="en-IN" sz="1400" b="0">
                          <a:solidFill>
                            <a:srgbClr val="000000"/>
                          </a:solidFill>
                          <a:effectLst/>
                          <a:latin typeface="Arial" panose="020B0604020202020204" pitchFamily="34" charset="0"/>
                          <a:ea typeface="Calibri" panose="020F0502020204030204" pitchFamily="34" charset="0"/>
                        </a:rPr>
                        <a:t>Int</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400" b="0">
                          <a:solidFill>
                            <a:srgbClr val="000000"/>
                          </a:solidFill>
                          <a:effectLst/>
                          <a:latin typeface="Arial" panose="020B0604020202020204" pitchFamily="34" charset="0"/>
                          <a:ea typeface="Calibri" panose="020F0502020204030204" pitchFamily="34" charset="0"/>
                        </a:rPr>
                        <a:t>Foreign 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Owner of car</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656524234" type="min" val="706755"/>
                  </a:ext>
                </a:extLst>
              </a:tr>
              <a:tr h="706755">
                <a:tc>
                  <a:txBody>
                    <a:bodyPr/>
                    <a:lstStyle/>
                    <a:p>
                      <a:pPr marL="91440" marR="635" indent="0" algn="ctr">
                        <a:lnSpc>
                          <a:spcPct val="115000"/>
                        </a:lnSpc>
                        <a:spcAft>
                          <a:spcPts val="0"/>
                        </a:spcAft>
                        <a:buNone/>
                        <a:defRPr lang="en-us" b="1" cap="none">
                          <a:solidFill>
                            <a:srgbClr val="FFFFFF"/>
                          </a:solidFill>
                        </a:defRPr>
                      </a:pPr>
                      <a:r>
                        <a:rPr dirty="0"/>
                        <a:t>10</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400" b="0">
                          <a:solidFill>
                            <a:srgbClr val="000000"/>
                          </a:solidFill>
                          <a:effectLst/>
                          <a:latin typeface="Arial" panose="020B0604020202020204" pitchFamily="34" charset="0"/>
                          <a:ea typeface="Calibri" panose="020F0502020204030204" pitchFamily="34" charset="0"/>
                        </a:rPr>
                        <a:t>Ownership</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just">
                        <a:lnSpc>
                          <a:spcPct val="115000"/>
                        </a:lnSpc>
                      </a:pPr>
                      <a:r>
                        <a:rPr lang="en-IN" sz="1400" b="0" dirty="0">
                          <a:solidFill>
                            <a:srgbClr val="000000"/>
                          </a:solidFill>
                          <a:effectLst/>
                          <a:latin typeface="Arial" panose="020B0604020202020204" pitchFamily="34" charset="0"/>
                          <a:ea typeface="Calibri" panose="020F0502020204030204" pitchFamily="34" charset="0"/>
                        </a:rPr>
                        <a:t>Varchar(20)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Ownership</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656524234" type="min" val="706755"/>
                  </a:ext>
                </a:extLst>
              </a:tr>
              <a:tr h="706755">
                <a:tc>
                  <a:txBody>
                    <a:bodyPr/>
                    <a:lstStyle/>
                    <a:p>
                      <a:pPr marL="91440" marR="635" indent="0" algn="ctr">
                        <a:lnSpc>
                          <a:spcPct val="115000"/>
                        </a:lnSpc>
                        <a:spcAft>
                          <a:spcPts val="0"/>
                        </a:spcAft>
                        <a:buNone/>
                        <a:defRPr lang="en-us" b="1" cap="none">
                          <a:solidFill>
                            <a:srgbClr val="FFFFFF"/>
                          </a:solidFill>
                        </a:defRPr>
                      </a:pPr>
                      <a:r>
                        <a:rPr dirty="0"/>
                        <a:t>11</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400" b="0">
                          <a:solidFill>
                            <a:srgbClr val="000000"/>
                          </a:solidFill>
                          <a:effectLst/>
                          <a:latin typeface="Arial" panose="020B0604020202020204" pitchFamily="34" charset="0"/>
                          <a:ea typeface="Calibri" panose="020F0502020204030204" pitchFamily="34" charset="0"/>
                        </a:rPr>
                        <a:t>Description</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just">
                        <a:lnSpc>
                          <a:spcPct val="115000"/>
                        </a:lnSpc>
                      </a:pPr>
                      <a:r>
                        <a:rPr lang="en-IN" sz="1400" b="0" dirty="0">
                          <a:solidFill>
                            <a:srgbClr val="000000"/>
                          </a:solidFill>
                          <a:effectLst/>
                          <a:latin typeface="Arial" panose="020B0604020202020204" pitchFamily="34" charset="0"/>
                          <a:ea typeface="Calibri" panose="020F0502020204030204" pitchFamily="34" charset="0"/>
                        </a:rPr>
                        <a:t>Varchar(20)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pPr>
                      <a:r>
                        <a:rPr lang="en-IN" sz="1400" b="0" dirty="0">
                          <a:solidFill>
                            <a:srgbClr val="000000"/>
                          </a:solidFill>
                          <a:effectLst/>
                          <a:latin typeface="Arial" panose="020B0604020202020204" pitchFamily="34" charset="0"/>
                          <a:ea typeface="Calibri" panose="020F0502020204030204" pitchFamily="34" charset="0"/>
                        </a:rPr>
                        <a:t>Not Null</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just">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Description</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656524234" type="min" val="706755"/>
                  </a:ext>
                </a:extLst>
              </a:tr>
              <a:tr h="706755">
                <a:tc>
                  <a:txBody>
                    <a:bodyPr/>
                    <a:lstStyle/>
                    <a:p>
                      <a:pPr marL="91440" marR="635" indent="0" algn="ctr">
                        <a:lnSpc>
                          <a:spcPct val="115000"/>
                        </a:lnSpc>
                        <a:spcAft>
                          <a:spcPts val="0"/>
                        </a:spcAft>
                        <a:buNone/>
                        <a:defRPr lang="en-us" b="1" cap="none">
                          <a:solidFill>
                            <a:srgbClr val="FFFFFF"/>
                          </a:solidFill>
                        </a:defRPr>
                      </a:pPr>
                      <a:r>
                        <a:rPr dirty="0"/>
                        <a:t>12</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just">
                        <a:lnSpc>
                          <a:spcPct val="115000"/>
                        </a:lnSpc>
                      </a:pPr>
                      <a:r>
                        <a:rPr lang="en-IN" sz="1400" b="0">
                          <a:solidFill>
                            <a:srgbClr val="000000"/>
                          </a:solidFill>
                          <a:effectLst/>
                          <a:latin typeface="Arial" panose="020B0604020202020204" pitchFamily="34" charset="0"/>
                          <a:ea typeface="Calibri" panose="020F0502020204030204" pitchFamily="34" charset="0"/>
                        </a:rPr>
                        <a:t>Photos</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just">
                        <a:lnSpc>
                          <a:spcPct val="115000"/>
                        </a:lnSpc>
                      </a:pPr>
                      <a:r>
                        <a:rPr lang="en-IN" sz="1400" b="0" dirty="0">
                          <a:solidFill>
                            <a:srgbClr val="000000"/>
                          </a:solidFill>
                          <a:effectLst/>
                          <a:latin typeface="Arial" panose="020B0604020202020204" pitchFamily="34" charset="0"/>
                          <a:ea typeface="Calibri" panose="020F0502020204030204" pitchFamily="34" charset="0"/>
                        </a:rPr>
                        <a:t>Varchar(50)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just">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Photos</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4"/>
                  </a:ext>
                  <a:ext uri="smNativeData">
                    <pr:rowheight xmlns:pr="smNativeData" xmlns="" xmlns:p15="http://schemas.microsoft.com/office/powerpoint/2012/main" xmlns:p14="http://schemas.microsoft.com/office/powerpoint/2010/main" xmlns:mc="http://schemas.openxmlformats.org/markup-compatibility/2006" dt="1656524234" type="min" val="706755"/>
                  </a:ext>
                </a:extLst>
              </a:tr>
            </a:tbl>
          </a:graphicData>
        </a:graphic>
      </p:graphicFrame>
      <p:graphicFrame>
        <p:nvGraphicFramePr>
          <p:cNvPr id="3" name="Table 2">
            <a:extLst>
              <a:ext uri="{FF2B5EF4-FFF2-40B4-BE49-F238E27FC236}">
                <a16:creationId xmlns:a16="http://schemas.microsoft.com/office/drawing/2014/main" id="{DA456D5F-13E1-BAE6-A746-4EC1F6A16442}"/>
              </a:ext>
            </a:extLst>
          </p:cNvPr>
          <p:cNvGraphicFramePr>
            <a:graphicFrameLocks noGrp="1"/>
          </p:cNvGraphicFramePr>
          <p:nvPr>
            <p:extLst>
              <p:ext uri="{D42A27DB-BD31-4B8C-83A1-F6EECF244321}">
                <p14:modId xmlns:p14="http://schemas.microsoft.com/office/powerpoint/2010/main" val="851474010"/>
              </p:ext>
            </p:extLst>
          </p:nvPr>
        </p:nvGraphicFramePr>
        <p:xfrm>
          <a:off x="640080" y="638302"/>
          <a:ext cx="10351008" cy="593725"/>
        </p:xfrm>
        <a:graphic>
          <a:graphicData uri="http://schemas.openxmlformats.org/drawingml/2006/table">
            <a:tbl>
              <a:tblPr>
                <a:noFill/>
              </a:tblPr>
              <a:tblGrid>
                <a:gridCol w="1664208">
                  <a:extLst>
                    <a:ext uri="{9D8B030D-6E8A-4147-A177-3AD203B41FA5}">
                      <a16:colId xmlns:a16="http://schemas.microsoft.com/office/drawing/2014/main" val="3982093268"/>
                    </a:ext>
                  </a:extLst>
                </a:gridCol>
                <a:gridCol w="2240280">
                  <a:extLst>
                    <a:ext uri="{9D8B030D-6E8A-4147-A177-3AD203B41FA5}">
                      <a16:colId xmlns:a16="http://schemas.microsoft.com/office/drawing/2014/main" val="1736410840"/>
                    </a:ext>
                  </a:extLst>
                </a:gridCol>
                <a:gridCol w="2423160">
                  <a:extLst>
                    <a:ext uri="{9D8B030D-6E8A-4147-A177-3AD203B41FA5}">
                      <a16:colId xmlns:a16="http://schemas.microsoft.com/office/drawing/2014/main" val="3700487723"/>
                    </a:ext>
                  </a:extLst>
                </a:gridCol>
                <a:gridCol w="1901952">
                  <a:extLst>
                    <a:ext uri="{9D8B030D-6E8A-4147-A177-3AD203B41FA5}">
                      <a16:colId xmlns:a16="http://schemas.microsoft.com/office/drawing/2014/main" val="1715691096"/>
                    </a:ext>
                  </a:extLst>
                </a:gridCol>
                <a:gridCol w="2121408">
                  <a:extLst>
                    <a:ext uri="{9D8B030D-6E8A-4147-A177-3AD203B41FA5}">
                      <a16:colId xmlns:a16="http://schemas.microsoft.com/office/drawing/2014/main" val="3192450053"/>
                    </a:ext>
                  </a:extLst>
                </a:gridCol>
              </a:tblGrid>
              <a:tr h="593725">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rPr dirty="0"/>
                        <a:t>CONSTRAINTS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rPr dirty="0"/>
                        <a:t>DESCRIPTION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27067241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17054185"/>
              </p:ext>
            </p:extLst>
          </p:nvPr>
        </p:nvGraphicFramePr>
        <p:xfrm>
          <a:off x="986789" y="1598294"/>
          <a:ext cx="10343516" cy="2668905"/>
        </p:xfrm>
        <a:graphic>
          <a:graphicData uri="http://schemas.openxmlformats.org/drawingml/2006/table">
            <a:tbl>
              <a:tblPr>
                <a:noFill/>
              </a:tblPr>
              <a:tblGrid>
                <a:gridCol w="1496309">
                  <a:extLst>
                    <a:ext uri="{9D8B030D-6E8A-4147-A177-3AD203B41FA5}">
                      <a16:colId xmlns:a16="http://schemas.microsoft.com/office/drawing/2014/main" val="20000"/>
                    </a:ext>
                  </a:extLst>
                </a:gridCol>
                <a:gridCol w="1987860">
                  <a:extLst>
                    <a:ext uri="{9D8B030D-6E8A-4147-A177-3AD203B41FA5}">
                      <a16:colId xmlns:a16="http://schemas.microsoft.com/office/drawing/2014/main" val="20001"/>
                    </a:ext>
                  </a:extLst>
                </a:gridCol>
                <a:gridCol w="1890416">
                  <a:extLst>
                    <a:ext uri="{9D8B030D-6E8A-4147-A177-3AD203B41FA5}">
                      <a16:colId xmlns:a16="http://schemas.microsoft.com/office/drawing/2014/main" val="20002"/>
                    </a:ext>
                  </a:extLst>
                </a:gridCol>
                <a:gridCol w="2022508">
                  <a:extLst>
                    <a:ext uri="{9D8B030D-6E8A-4147-A177-3AD203B41FA5}">
                      <a16:colId xmlns:a16="http://schemas.microsoft.com/office/drawing/2014/main" val="20004"/>
                    </a:ext>
                  </a:extLst>
                </a:gridCol>
                <a:gridCol w="2946423">
                  <a:extLst>
                    <a:ext uri="{9D8B030D-6E8A-4147-A177-3AD203B41FA5}">
                      <a16:colId xmlns:a16="http://schemas.microsoft.com/office/drawing/2014/main" val="20005"/>
                    </a:ext>
                  </a:extLst>
                </a:gridCol>
              </a:tblGrid>
              <a:tr h="889635">
                <a:tc>
                  <a:txBody>
                    <a:bodyPr/>
                    <a:lstStyle/>
                    <a:p>
                      <a:pPr marL="91440" marR="1270" indent="0" algn="ctr">
                        <a:lnSpc>
                          <a:spcPct val="115000"/>
                        </a:lnSpc>
                        <a:spcAft>
                          <a:spcPts val="0"/>
                        </a:spcAft>
                        <a:buNone/>
                        <a:defRPr lang="en-us" b="1" cap="none">
                          <a:solidFill>
                            <a:srgbClr val="FFFFFF"/>
                          </a:solidFill>
                        </a:defRPr>
                      </a:pPr>
                      <a:r>
                        <a:t>SR.NO.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t>TYPE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CONSTRAINTS </a:t>
                      </a:r>
                      <a:endParaRPr lang="en-in" cap="none" dirty="0">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t>DESCRIPTION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656524234" type="min" val="788670"/>
                  </a:ext>
                </a:extLst>
              </a:tr>
              <a:tr h="889635">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dirty="0" err="1">
                          <a:solidFill>
                            <a:srgbClr val="000000"/>
                          </a:solidFill>
                          <a:effectLst/>
                          <a:latin typeface="Arial" panose="020B0604020202020204" pitchFamily="34" charset="0"/>
                          <a:ea typeface="Calibri" panose="020F0502020204030204" pitchFamily="34" charset="0"/>
                        </a:rPr>
                        <a:t>Brand_id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Primary-Key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Brand ID</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656524234" type="min" val="788670"/>
                  </a:ext>
                </a:extLst>
              </a:tr>
              <a:tr h="889635">
                <a:tc>
                  <a:txBody>
                    <a:bodyPr/>
                    <a:lstStyle/>
                    <a:p>
                      <a:pPr marL="91440" marR="635" indent="0" algn="ctr">
                        <a:lnSpc>
                          <a:spcPct val="115000"/>
                        </a:lnSpc>
                        <a:spcAft>
                          <a:spcPts val="0"/>
                        </a:spcAft>
                        <a:buNone/>
                        <a:defRPr lang="en-us" b="1" cap="none">
                          <a:solidFill>
                            <a:srgbClr val="FFFFFF"/>
                          </a:solidFill>
                        </a:defRPr>
                      </a:pPr>
                      <a:r>
                        <a:t>2</a:t>
                      </a:r>
                      <a:endParaRPr lang="en-in" cap="none">
                        <a:latin typeface="Calibri" pitchFamily="2" charset="0"/>
                        <a:ea typeface="Calibri" pitchFamily="2" charset="0"/>
                        <a:cs typeface="Corbel" pitchFamily="2"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         Brand_Name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Varchar(20)</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dirty="0">
                          <a:solidFill>
                            <a:srgbClr val="000000"/>
                          </a:solidFill>
                          <a:effectLst/>
                          <a:latin typeface="Arial" panose="020B0604020202020204" pitchFamily="34" charset="0"/>
                          <a:ea typeface="Calibri" panose="020F0502020204030204" pitchFamily="34" charset="0"/>
                        </a:rPr>
                        <a:t>-</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Brand Name</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656524234" type="min" val="788670"/>
                  </a:ext>
                </a:extLst>
              </a:tr>
            </a:tbl>
          </a:graphicData>
        </a:graphic>
      </p:graphicFrame>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DsF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TQUAAI8AAABTRAAAZwoAABAgAAAmAAAACAAAAP//////////"/>
              </a:ext>
            </a:extLst>
          </p:cNvSpPr>
          <p:nvPr/>
        </p:nvSpPr>
        <p:spPr>
          <a:xfrm>
            <a:off x="861695" y="90805"/>
            <a:ext cx="10245090" cy="1600200"/>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 </a:t>
            </a:r>
            <a:r>
              <a:rPr lang="en-IN" sz="1800" dirty="0" err="1">
                <a:effectLst/>
                <a:latin typeface="Times New Roman" panose="02020603050405020304" pitchFamily="18" charset="0"/>
                <a:ea typeface="Times New Roman" panose="02020603050405020304" pitchFamily="18" charset="0"/>
              </a:rPr>
              <a:t>Car_Brand</a:t>
            </a:r>
            <a:r>
              <a:rPr lang="en-IN" sz="1800" dirty="0">
                <a:effectLst/>
                <a:latin typeface="Times New Roman" panose="02020603050405020304" pitchFamily="18" charset="0"/>
                <a:ea typeface="Times New Roman" panose="02020603050405020304" pitchFamily="18" charset="0"/>
              </a:rPr>
              <a:t>.</a:t>
            </a: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This table is used to store car brand.</a:t>
            </a:r>
            <a:endParaRPr lang="en-US" sz="1800" dirty="0">
              <a:effectLst/>
              <a:latin typeface="Calibri" panose="020F0502020204030204" pitchFamily="34" charset="0"/>
              <a:ea typeface="Calibri" panose="020F0502020204030204" pitchFamily="34" charset="0"/>
            </a:endParaRPr>
          </a:p>
          <a:p>
            <a:pPr>
              <a:lnSpc>
                <a:spcPct val="150000"/>
              </a:lnSpc>
              <a:defRPr lang="en-us" sz="2200" cap="none">
                <a:latin typeface="Times New Roman" pitchFamily="1" charset="0"/>
                <a:ea typeface="Times New Roman" pitchFamily="1" charset="0"/>
                <a:cs typeface="Times New Roman" pitchFamily="1" charset="0"/>
              </a:defRPr>
            </a:pP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us" cap="none" dirty="0">
              <a:solidFill>
                <a:srgbClr val="000000"/>
              </a:solidFill>
              <a:uFill>
                <a:solidFill>
                  <a:srgbClr val="000000"/>
                </a:solidFill>
              </a:uFill>
              <a:latin typeface="Times New Roman (Hebrew)" pitchFamily="1" charset="-79"/>
              <a:ea typeface="Times New Roman (Hebrew)" pitchFamily="1" charset="-79"/>
              <a:cs typeface="Times New Roman (Hebrew)" pitchFamily="1" charset="-79"/>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95572417"/>
              </p:ext>
            </p:extLst>
          </p:nvPr>
        </p:nvGraphicFramePr>
        <p:xfrm>
          <a:off x="941070" y="1360805"/>
          <a:ext cx="10168891" cy="2928620"/>
        </p:xfrm>
        <a:graphic>
          <a:graphicData uri="http://schemas.openxmlformats.org/drawingml/2006/table">
            <a:tbl>
              <a:tblPr>
                <a:noFill/>
              </a:tblPr>
              <a:tblGrid>
                <a:gridCol w="1451999">
                  <a:extLst>
                    <a:ext uri="{9D8B030D-6E8A-4147-A177-3AD203B41FA5}">
                      <a16:colId xmlns:a16="http://schemas.microsoft.com/office/drawing/2014/main" val="20000"/>
                    </a:ext>
                  </a:extLst>
                </a:gridCol>
                <a:gridCol w="2006474">
                  <a:extLst>
                    <a:ext uri="{9D8B030D-6E8A-4147-A177-3AD203B41FA5}">
                      <a16:colId xmlns:a16="http://schemas.microsoft.com/office/drawing/2014/main" val="20001"/>
                    </a:ext>
                  </a:extLst>
                </a:gridCol>
                <a:gridCol w="1658357">
                  <a:extLst>
                    <a:ext uri="{9D8B030D-6E8A-4147-A177-3AD203B41FA5}">
                      <a16:colId xmlns:a16="http://schemas.microsoft.com/office/drawing/2014/main" val="20002"/>
                    </a:ext>
                  </a:extLst>
                </a:gridCol>
                <a:gridCol w="2228850">
                  <a:extLst>
                    <a:ext uri="{9D8B030D-6E8A-4147-A177-3AD203B41FA5}">
                      <a16:colId xmlns:a16="http://schemas.microsoft.com/office/drawing/2014/main" val="20004"/>
                    </a:ext>
                  </a:extLst>
                </a:gridCol>
                <a:gridCol w="2823211">
                  <a:extLst>
                    <a:ext uri="{9D8B030D-6E8A-4147-A177-3AD203B41FA5}">
                      <a16:colId xmlns:a16="http://schemas.microsoft.com/office/drawing/2014/main" val="20005"/>
                    </a:ext>
                  </a:extLst>
                </a:gridCol>
              </a:tblGrid>
              <a:tr h="732155">
                <a:tc>
                  <a:txBody>
                    <a:bodyPr/>
                    <a:lstStyle/>
                    <a:p>
                      <a:pPr marL="91440" marR="1270" indent="0" algn="ctr">
                        <a:lnSpc>
                          <a:spcPct val="115000"/>
                        </a:lnSpc>
                        <a:spcAft>
                          <a:spcPts val="0"/>
                        </a:spcAft>
                        <a:buNone/>
                        <a:defRPr lang="en-us" b="1" cap="none">
                          <a:solidFill>
                            <a:srgbClr val="FFFFFF"/>
                          </a:solidFill>
                        </a:defRPr>
                      </a:pPr>
                      <a:r>
                        <a:rPr lang="en-us" cap="none" dirty="0">
                          <a:latin typeface="Times New Roman" pitchFamily="1" charset="0"/>
                          <a:ea typeface="Corbel" pitchFamily="2" charset="0"/>
                          <a:cs typeface="Times New Roman" pitchFamily="1" charset="0"/>
                        </a:rPr>
                        <a:t>SR.NO. </a:t>
                      </a:r>
                      <a:endParaRPr lang="en-in" cap="none" dirty="0">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lang="en-us" cap="none">
                          <a:latin typeface="Times New Roman" pitchFamily="1" charset="0"/>
                          <a:ea typeface="Corbel" pitchFamily="2" charset="0"/>
                          <a:cs typeface="Times New Roman" pitchFamily="1" charset="0"/>
                        </a:rPr>
                        <a:t>FIELD </a:t>
                      </a:r>
                      <a:endParaRPr lang="en-in" cap="none">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lang="en-us" cap="none">
                          <a:latin typeface="Times New Roman" pitchFamily="1" charset="0"/>
                          <a:ea typeface="Corbel" pitchFamily="2" charset="0"/>
                          <a:cs typeface="Times New Roman" pitchFamily="1" charset="0"/>
                        </a:rPr>
                        <a:t>TYPE </a:t>
                      </a:r>
                      <a:endParaRPr lang="en-in" cap="none">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lang="en-us" cap="none">
                          <a:latin typeface="Times New Roman" pitchFamily="1" charset="0"/>
                          <a:ea typeface="Corbel" pitchFamily="2" charset="0"/>
                          <a:cs typeface="Times New Roman" pitchFamily="1" charset="0"/>
                        </a:rPr>
                        <a:t>CONSTRAINTS </a:t>
                      </a:r>
                      <a:endParaRPr lang="en-in" cap="none">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lang="en-us" cap="none">
                          <a:latin typeface="Times New Roman" pitchFamily="1" charset="0"/>
                          <a:ea typeface="Corbel" pitchFamily="2" charset="0"/>
                          <a:cs typeface="Times New Roman" pitchFamily="1" charset="0"/>
                        </a:rPr>
                        <a:t>DESCRIPTION </a:t>
                      </a:r>
                      <a:endParaRPr lang="en-in" cap="none">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656524234" type="min" val="732155"/>
                  </a:ext>
                </a:extLst>
              </a:tr>
              <a:tr h="732155">
                <a:tc>
                  <a:txBody>
                    <a:bodyPr/>
                    <a:lstStyle/>
                    <a:p>
                      <a:pPr marL="91440" marR="635" indent="0" algn="ctr">
                        <a:lnSpc>
                          <a:spcPct val="115000"/>
                        </a:lnSpc>
                        <a:spcAft>
                          <a:spcPts val="0"/>
                        </a:spcAft>
                        <a:buNone/>
                        <a:defRPr lang="en-us" b="1" cap="none">
                          <a:solidFill>
                            <a:srgbClr val="FFFFFF"/>
                          </a:solidFill>
                        </a:defRPr>
                      </a:pPr>
                      <a:r>
                        <a:rPr lang="en-us" cap="none">
                          <a:latin typeface="Times New Roman" pitchFamily="1" charset="0"/>
                          <a:ea typeface="Corbel" pitchFamily="2" charset="0"/>
                          <a:cs typeface="Times New Roman" pitchFamily="1" charset="0"/>
                        </a:rPr>
                        <a:t>1 </a:t>
                      </a:r>
                      <a:endParaRPr lang="en-in" cap="none">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algn="l">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        </a:t>
                      </a:r>
                      <a:r>
                        <a:rPr lang="en-IN" sz="1600" b="0" dirty="0" err="1">
                          <a:solidFill>
                            <a:srgbClr val="000000"/>
                          </a:solidFill>
                          <a:effectLst/>
                          <a:latin typeface="Arial" panose="020B0604020202020204" pitchFamily="34" charset="0"/>
                          <a:ea typeface="Calibri" panose="020F0502020204030204" pitchFamily="34" charset="0"/>
                        </a:rPr>
                        <a:t>Model_id</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Primary-Key</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Unique 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656524234" type="min" val="732155"/>
                  </a:ext>
                </a:extLst>
              </a:tr>
              <a:tr h="732155">
                <a:tc>
                  <a:txBody>
                    <a:bodyPr/>
                    <a:lstStyle/>
                    <a:p>
                      <a:pPr marL="91440" marR="635" indent="0" algn="ctr">
                        <a:lnSpc>
                          <a:spcPct val="115000"/>
                        </a:lnSpc>
                        <a:spcAft>
                          <a:spcPts val="0"/>
                        </a:spcAft>
                        <a:buNone/>
                        <a:defRPr lang="en-us" b="1" cap="none">
                          <a:solidFill>
                            <a:srgbClr val="FFFFFF"/>
                          </a:solidFill>
                        </a:defRPr>
                      </a:pPr>
                      <a:r>
                        <a:rPr lang="en-us" cap="none">
                          <a:latin typeface="Times New Roman" pitchFamily="1" charset="0"/>
                          <a:ea typeface="Corbel" pitchFamily="2" charset="0"/>
                          <a:cs typeface="Times New Roman" pitchFamily="1" charset="0"/>
                        </a:rPr>
                        <a:t>2</a:t>
                      </a:r>
                      <a:endParaRPr lang="en-in" cap="none">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dirty="0" err="1">
                          <a:solidFill>
                            <a:srgbClr val="000000"/>
                          </a:solidFill>
                          <a:effectLst/>
                          <a:latin typeface="Arial" panose="020B0604020202020204" pitchFamily="34" charset="0"/>
                          <a:ea typeface="Calibri" panose="020F0502020204030204" pitchFamily="34" charset="0"/>
                        </a:rPr>
                        <a:t>Model_Name</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ctr">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Model Name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656524234" type="min" val="732155"/>
                  </a:ext>
                </a:extLst>
              </a:tr>
              <a:tr h="732155">
                <a:tc>
                  <a:txBody>
                    <a:bodyPr/>
                    <a:lstStyle/>
                    <a:p>
                      <a:pPr marL="91440" marR="635" indent="0" algn="ctr">
                        <a:lnSpc>
                          <a:spcPct val="115000"/>
                        </a:lnSpc>
                        <a:spcAft>
                          <a:spcPts val="0"/>
                        </a:spcAft>
                        <a:buNone/>
                        <a:defRPr lang="en-us" b="1" cap="none">
                          <a:solidFill>
                            <a:srgbClr val="FFFFFF"/>
                          </a:solidFill>
                        </a:defRPr>
                      </a:pPr>
                      <a:r>
                        <a:rPr lang="en-us" cap="none">
                          <a:latin typeface="Times New Roman" pitchFamily="1" charset="0"/>
                          <a:ea typeface="Corbel" pitchFamily="2" charset="0"/>
                          <a:cs typeface="Times New Roman" pitchFamily="1" charset="0"/>
                        </a:rPr>
                        <a:t>3</a:t>
                      </a:r>
                      <a:endParaRPr lang="en-in" cap="none">
                        <a:latin typeface="Times New Roman" pitchFamily="1" charset="0"/>
                        <a:ea typeface="Calibri" pitchFamily="2" charset="0"/>
                        <a:cs typeface="Times New Roman" pitchFamily="1" charset="0"/>
                      </a:endParaRPr>
                    </a:p>
                  </a:txBody>
                  <a:tcPr marL="0" marR="0" marT="0" marB="0" anchor="ctr">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l">
                        <a:lnSpc>
                          <a:spcPct val="115000"/>
                        </a:lnSpc>
                      </a:pPr>
                      <a:r>
                        <a:rPr lang="en-IN" sz="1600" b="0" dirty="0" err="1">
                          <a:solidFill>
                            <a:srgbClr val="000000"/>
                          </a:solidFill>
                          <a:effectLst/>
                          <a:latin typeface="Arial" panose="020B0604020202020204" pitchFamily="34" charset="0"/>
                          <a:ea typeface="Calibri" panose="020F0502020204030204" pitchFamily="34" charset="0"/>
                        </a:rPr>
                        <a:t>Brand_id</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Int</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Foreign Key</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Brand Name</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656524234" type="min" val="732155"/>
                  </a:ext>
                </a:extLst>
              </a:tr>
            </a:tbl>
          </a:graphicData>
        </a:graphic>
      </p:graphicFrame>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QF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NQYAAL8BAAC0PQAAvgcAABAAAAAmAAAACAAAAP//////////"/>
              </a:ext>
            </a:extLst>
          </p:cNvSpPr>
          <p:nvPr/>
        </p:nvSpPr>
        <p:spPr>
          <a:xfrm>
            <a:off x="1009015" y="283845"/>
            <a:ext cx="9021445" cy="974725"/>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 </a:t>
            </a:r>
            <a:r>
              <a:rPr lang="en-US" sz="1800" b="1"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Car_Model</a:t>
            </a:r>
            <a:endParaRPr lang="en-IN" sz="1800" dirty="0">
              <a:effectLst/>
              <a:latin typeface="Times New Roman" panose="02020603050405020304" pitchFamily="18" charset="0"/>
              <a:ea typeface="Times New Roman" panose="02020603050405020304" pitchFamily="18" charset="0"/>
            </a:endParaRP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IN" sz="1800" dirty="0">
                <a:effectLst/>
                <a:latin typeface="Times New Roman" panose="02020603050405020304" pitchFamily="18" charset="0"/>
                <a:ea typeface="Times New Roman" panose="02020603050405020304" pitchFamily="18" charset="0"/>
              </a:rPr>
              <a:t>This table use to store car model.</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1">
            <a:extLst>
              <a:ext uri="{FF2B5EF4-FFF2-40B4-BE49-F238E27FC236}">
                <a16:creationId xmlns:a16="http://schemas.microsoft.com/office/drawing/2014/main" id="{2676A2DE-44F8-4B8A-5FE5-FB44621FB0C6}"/>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QF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NQYAAL8BAAC0PQAAvgcAABAAAAAmAAAACAAAAP//////////"/>
              </a:ext>
            </a:extLst>
          </p:cNvSpPr>
          <p:nvPr/>
        </p:nvSpPr>
        <p:spPr>
          <a:xfrm>
            <a:off x="1009016" y="269240"/>
            <a:ext cx="9021445" cy="974725"/>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 </a:t>
            </a:r>
            <a:r>
              <a:rPr lang="en-US" sz="1800" b="1"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Car_Variant</a:t>
            </a:r>
            <a:endParaRPr lang="en-IN" sz="1800" dirty="0">
              <a:effectLst/>
              <a:latin typeface="Times New Roman" panose="02020603050405020304" pitchFamily="18" charset="0"/>
              <a:ea typeface="Times New Roman" panose="02020603050405020304" pitchFamily="18" charset="0"/>
            </a:endParaRP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Its use to store car </a:t>
            </a:r>
            <a:r>
              <a:rPr lang="en-IN" sz="1800">
                <a:effectLst/>
                <a:latin typeface="Times New Roman" panose="02020603050405020304" pitchFamily="18" charset="0"/>
                <a:ea typeface="Times New Roman" panose="02020603050405020304" pitchFamily="18" charset="0"/>
              </a:rPr>
              <a:t>variants.</a:t>
            </a:r>
            <a:endParaRPr dirty="0"/>
          </a:p>
        </p:txBody>
      </p:sp>
      <p:graphicFrame>
        <p:nvGraphicFramePr>
          <p:cNvPr id="6" name="Table 5">
            <a:extLst>
              <a:ext uri="{FF2B5EF4-FFF2-40B4-BE49-F238E27FC236}">
                <a16:creationId xmlns:a16="http://schemas.microsoft.com/office/drawing/2014/main" id="{2F7A7589-F2F3-4ED4-3278-2EF316C67A95}"/>
              </a:ext>
            </a:extLst>
          </p:cNvPr>
          <p:cNvGraphicFramePr>
            <a:graphicFrameLocks noGrp="1"/>
          </p:cNvGraphicFramePr>
          <p:nvPr>
            <p:extLst>
              <p:ext uri="{D42A27DB-BD31-4B8C-83A1-F6EECF244321}">
                <p14:modId xmlns:p14="http://schemas.microsoft.com/office/powerpoint/2010/main" val="2281043493"/>
              </p:ext>
            </p:extLst>
          </p:nvPr>
        </p:nvGraphicFramePr>
        <p:xfrm>
          <a:off x="1009016" y="1508760"/>
          <a:ext cx="10026650" cy="3300430"/>
        </p:xfrm>
        <a:graphic>
          <a:graphicData uri="http://schemas.openxmlformats.org/drawingml/2006/table">
            <a:tbl>
              <a:tblPr>
                <a:noFill/>
              </a:tblPr>
              <a:tblGrid>
                <a:gridCol w="1410334">
                  <a:extLst>
                    <a:ext uri="{9D8B030D-6E8A-4147-A177-3AD203B41FA5}">
                      <a16:colId xmlns:a16="http://schemas.microsoft.com/office/drawing/2014/main" val="3406976174"/>
                    </a:ext>
                  </a:extLst>
                </a:gridCol>
                <a:gridCol w="2075945">
                  <a:extLst>
                    <a:ext uri="{9D8B030D-6E8A-4147-A177-3AD203B41FA5}">
                      <a16:colId xmlns:a16="http://schemas.microsoft.com/office/drawing/2014/main" val="1418769328"/>
                    </a:ext>
                  </a:extLst>
                </a:gridCol>
                <a:gridCol w="1767332">
                  <a:extLst>
                    <a:ext uri="{9D8B030D-6E8A-4147-A177-3AD203B41FA5}">
                      <a16:colId xmlns:a16="http://schemas.microsoft.com/office/drawing/2014/main" val="2158829399"/>
                    </a:ext>
                  </a:extLst>
                </a:gridCol>
                <a:gridCol w="2235482">
                  <a:extLst>
                    <a:ext uri="{9D8B030D-6E8A-4147-A177-3AD203B41FA5}">
                      <a16:colId xmlns:a16="http://schemas.microsoft.com/office/drawing/2014/main" val="312426746"/>
                    </a:ext>
                  </a:extLst>
                </a:gridCol>
                <a:gridCol w="2537557">
                  <a:extLst>
                    <a:ext uri="{9D8B030D-6E8A-4147-A177-3AD203B41FA5}">
                      <a16:colId xmlns:a16="http://schemas.microsoft.com/office/drawing/2014/main" val="3957064783"/>
                    </a:ext>
                  </a:extLst>
                </a:gridCol>
              </a:tblGrid>
              <a:tr h="660086">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CONSTRAINTS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DESCRIPTION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566981529"/>
                  </a:ext>
                </a:extLst>
              </a:tr>
              <a:tr h="660086">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algn="l">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             </a:t>
                      </a:r>
                      <a:r>
                        <a:rPr lang="en-IN" sz="1600" b="0" dirty="0" err="1">
                          <a:solidFill>
                            <a:srgbClr val="000000"/>
                          </a:solidFill>
                          <a:effectLst/>
                          <a:latin typeface="Arial" panose="020B0604020202020204" pitchFamily="34" charset="0"/>
                          <a:ea typeface="Calibri" panose="020F0502020204030204" pitchFamily="34" charset="0"/>
                        </a:rPr>
                        <a:t>Variant_id</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dirty="0">
                          <a:solidFill>
                            <a:srgbClr val="000000"/>
                          </a:solidFill>
                          <a:effectLst/>
                          <a:latin typeface="Arial" panose="020B0604020202020204" pitchFamily="34" charset="0"/>
                          <a:ea typeface="Calibri" panose="020F0502020204030204" pitchFamily="34" charset="0"/>
                        </a:rPr>
                        <a:t>Varchar(20)</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dirty="0">
                          <a:solidFill>
                            <a:srgbClr val="000000"/>
                          </a:solidFill>
                          <a:effectLst/>
                          <a:latin typeface="Arial" panose="020B0604020202020204" pitchFamily="34" charset="0"/>
                          <a:ea typeface="Calibri" panose="020F0502020204030204" pitchFamily="34" charset="0"/>
                        </a:rPr>
                        <a:t>Primary-Key</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600" b="0">
                          <a:solidFill>
                            <a:srgbClr val="000000"/>
                          </a:solidFill>
                          <a:effectLst/>
                          <a:latin typeface="Arial" panose="020B0604020202020204" pitchFamily="34" charset="0"/>
                          <a:ea typeface="Calibri" panose="020F0502020204030204" pitchFamily="34" charset="0"/>
                        </a:rPr>
                        <a:t>Unique 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546632017"/>
                  </a:ext>
                </a:extLst>
              </a:tr>
              <a:tr h="660086">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Type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600" b="0" dirty="0">
                          <a:solidFill>
                            <a:srgbClr val="000000"/>
                          </a:solidFill>
                          <a:effectLst/>
                          <a:latin typeface="Arial" panose="020B0604020202020204" pitchFamily="34" charset="0"/>
                          <a:ea typeface="Calibri" panose="020F0502020204030204" pitchFamily="34" charset="0"/>
                        </a:rPr>
                        <a:t>-</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ctr">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Fuel Type</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620088381"/>
                  </a:ext>
                </a:extLst>
              </a:tr>
              <a:tr h="660086">
                <a:tc>
                  <a:txBody>
                    <a:bodyPr/>
                    <a:lstStyle/>
                    <a:p>
                      <a:pPr marL="91440" marR="635" indent="0" algn="ctr">
                        <a:lnSpc>
                          <a:spcPct val="115000"/>
                        </a:lnSpc>
                        <a:spcAft>
                          <a:spcPts val="0"/>
                        </a:spcAft>
                        <a:buNone/>
                        <a:defRPr lang="en-us" b="1" cap="none">
                          <a:solidFill>
                            <a:srgbClr val="FFFFFF"/>
                          </a:solidFill>
                        </a:defRPr>
                      </a:pPr>
                      <a:r>
                        <a:t>3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Variant_Type</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Varchar(20)</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600" b="0" dirty="0" err="1">
                          <a:solidFill>
                            <a:srgbClr val="000000"/>
                          </a:solidFill>
                          <a:effectLst/>
                          <a:latin typeface="Arial" panose="020B0604020202020204" pitchFamily="34" charset="0"/>
                          <a:ea typeface="Calibri" panose="020F0502020204030204" pitchFamily="34" charset="0"/>
                        </a:rPr>
                        <a:t>Varients</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868882610"/>
                  </a:ext>
                </a:extLst>
              </a:tr>
              <a:tr h="660086">
                <a:tc>
                  <a:txBody>
                    <a:bodyPr/>
                    <a:lstStyle/>
                    <a:p>
                      <a:pPr marL="91440" marR="635" indent="0" algn="ctr">
                        <a:lnSpc>
                          <a:spcPct val="115000"/>
                        </a:lnSpc>
                        <a:spcAft>
                          <a:spcPts val="0"/>
                        </a:spcAft>
                        <a:buNone/>
                        <a:defRPr lang="en-us" b="1" cap="none">
                          <a:solidFill>
                            <a:srgbClr val="FFFFFF"/>
                          </a:solidFill>
                        </a:defRPr>
                      </a:pPr>
                      <a:r>
                        <a:t>4</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Model_Id</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Int</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600" b="0">
                          <a:solidFill>
                            <a:srgbClr val="000000"/>
                          </a:solidFill>
                          <a:effectLst/>
                          <a:latin typeface="Arial" panose="020B0604020202020204" pitchFamily="34" charset="0"/>
                          <a:ea typeface="Calibri" panose="020F0502020204030204" pitchFamily="34" charset="0"/>
                        </a:rPr>
                        <a:t>Foreign Key</a:t>
                      </a:r>
                      <a:endParaRPr lang="en-US" sz="16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ctr">
                        <a:lnSpc>
                          <a:spcPct val="115000"/>
                        </a:lnSpc>
                        <a:spcAft>
                          <a:spcPts val="1000"/>
                        </a:spcAft>
                      </a:pPr>
                      <a:r>
                        <a:rPr lang="en-IN" sz="1600" b="0" dirty="0">
                          <a:solidFill>
                            <a:srgbClr val="000000"/>
                          </a:solidFill>
                          <a:effectLst/>
                          <a:latin typeface="Arial" panose="020B0604020202020204" pitchFamily="34" charset="0"/>
                          <a:ea typeface="Calibri" panose="020F0502020204030204" pitchFamily="34" charset="0"/>
                        </a:rPr>
                        <a:t>Model Name</a:t>
                      </a:r>
                      <a:endParaRPr lang="en-US" sz="16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766910632"/>
                  </a:ext>
                </a:extLst>
              </a:tr>
            </a:tbl>
          </a:graphicData>
        </a:graphic>
      </p:graphicFrame>
    </p:spTree>
    <p:extLst>
      <p:ext uri="{BB962C8B-B14F-4D97-AF65-F5344CB8AC3E}">
        <p14:creationId xmlns:p14="http://schemas.microsoft.com/office/powerpoint/2010/main" val="2254852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1">
            <a:extLst>
              <a:ext uri="{FF2B5EF4-FFF2-40B4-BE49-F238E27FC236}">
                <a16:creationId xmlns:a16="http://schemas.microsoft.com/office/drawing/2014/main" id="{CAFACE75-5254-9B4F-4615-D33876169EE8}"/>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JQF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NQYAAL8BAAC0PQAAvgcAABAAAAAmAAAACAAAAP//////////"/>
              </a:ext>
            </a:extLst>
          </p:cNvSpPr>
          <p:nvPr/>
        </p:nvSpPr>
        <p:spPr>
          <a:xfrm>
            <a:off x="1009016" y="269240"/>
            <a:ext cx="9021445" cy="974725"/>
          </a:xfrm>
          <a:prstGeom prst="rect">
            <a:avLst/>
          </a:prstGeom>
          <a:noFill/>
          <a:ln>
            <a:noFill/>
          </a:ln>
          <a:effectLst/>
        </p:spPr>
        <p:txBody>
          <a:bodyPr vert="horz" wrap="square" numCol="1" spcCol="215900" anchor="t"/>
          <a:lstStyle/>
          <a:p>
            <a:pPr>
              <a:lnSpc>
                <a:spcPct val="150000"/>
              </a:lnSpc>
              <a:defRPr lang="en-us" sz="2200" cap="none">
                <a:latin typeface="Times New Roman" pitchFamily="1" charset="0"/>
                <a:ea typeface="Times New Roman" pitchFamily="1" charset="0"/>
                <a:cs typeface="Times New Roman" pitchFamily="1" charset="0"/>
              </a:defRPr>
            </a:pPr>
            <a:r>
              <a:rPr lang="en-us" b="1" cap="none" dirty="0"/>
              <a:t>Table Name</a:t>
            </a:r>
            <a:r>
              <a:rPr dirty="0"/>
              <a:t> :- </a:t>
            </a:r>
            <a:r>
              <a:rPr dirty="0" err="1"/>
              <a:t>CarSell_Hist</a:t>
            </a:r>
            <a:endParaRPr lang="en-IN" sz="1800" dirty="0">
              <a:effectLst/>
              <a:latin typeface="Times New Roman" panose="02020603050405020304" pitchFamily="18" charset="0"/>
              <a:ea typeface="Times New Roman" panose="02020603050405020304" pitchFamily="18" charset="0"/>
            </a:endParaRPr>
          </a:p>
          <a:p>
            <a:pPr>
              <a:lnSpc>
                <a:spcPct val="150000"/>
              </a:lnSpc>
              <a:defRPr lang="en-us" sz="2200" cap="none">
                <a:latin typeface="Times New Roman" pitchFamily="1" charset="0"/>
                <a:ea typeface="Times New Roman" pitchFamily="1" charset="0"/>
                <a:cs typeface="Times New Roman" pitchFamily="1" charset="0"/>
              </a:defRPr>
            </a:pPr>
            <a:r>
              <a:rPr lang="en-us" b="1" cap="none" dirty="0"/>
              <a:t>Description</a:t>
            </a:r>
            <a:r>
              <a:rPr dirty="0"/>
              <a:t>  :-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Its use to store car selling history.</a:t>
            </a:r>
            <a:endParaRPr dirty="0"/>
          </a:p>
        </p:txBody>
      </p:sp>
      <p:graphicFrame>
        <p:nvGraphicFramePr>
          <p:cNvPr id="7" name="Table 6">
            <a:extLst>
              <a:ext uri="{FF2B5EF4-FFF2-40B4-BE49-F238E27FC236}">
                <a16:creationId xmlns:a16="http://schemas.microsoft.com/office/drawing/2014/main" id="{A663D8AE-B2FC-C6E2-58AE-5D361103A642}"/>
              </a:ext>
            </a:extLst>
          </p:cNvPr>
          <p:cNvGraphicFramePr>
            <a:graphicFrameLocks noGrp="1"/>
          </p:cNvGraphicFramePr>
          <p:nvPr>
            <p:extLst>
              <p:ext uri="{D42A27DB-BD31-4B8C-83A1-F6EECF244321}">
                <p14:modId xmlns:p14="http://schemas.microsoft.com/office/powerpoint/2010/main" val="2595497857"/>
              </p:ext>
            </p:extLst>
          </p:nvPr>
        </p:nvGraphicFramePr>
        <p:xfrm>
          <a:off x="1009016" y="1472184"/>
          <a:ext cx="10026650" cy="4620602"/>
        </p:xfrm>
        <a:graphic>
          <a:graphicData uri="http://schemas.openxmlformats.org/drawingml/2006/table">
            <a:tbl>
              <a:tblPr>
                <a:noFill/>
              </a:tblPr>
              <a:tblGrid>
                <a:gridCol w="1410334">
                  <a:extLst>
                    <a:ext uri="{9D8B030D-6E8A-4147-A177-3AD203B41FA5}">
                      <a16:colId xmlns:a16="http://schemas.microsoft.com/office/drawing/2014/main" val="2764110380"/>
                    </a:ext>
                  </a:extLst>
                </a:gridCol>
                <a:gridCol w="2075945">
                  <a:extLst>
                    <a:ext uri="{9D8B030D-6E8A-4147-A177-3AD203B41FA5}">
                      <a16:colId xmlns:a16="http://schemas.microsoft.com/office/drawing/2014/main" val="4073101240"/>
                    </a:ext>
                  </a:extLst>
                </a:gridCol>
                <a:gridCol w="1767332">
                  <a:extLst>
                    <a:ext uri="{9D8B030D-6E8A-4147-A177-3AD203B41FA5}">
                      <a16:colId xmlns:a16="http://schemas.microsoft.com/office/drawing/2014/main" val="2820543948"/>
                    </a:ext>
                  </a:extLst>
                </a:gridCol>
                <a:gridCol w="2235482">
                  <a:extLst>
                    <a:ext uri="{9D8B030D-6E8A-4147-A177-3AD203B41FA5}">
                      <a16:colId xmlns:a16="http://schemas.microsoft.com/office/drawing/2014/main" val="2292373187"/>
                    </a:ext>
                  </a:extLst>
                </a:gridCol>
                <a:gridCol w="2537557">
                  <a:extLst>
                    <a:ext uri="{9D8B030D-6E8A-4147-A177-3AD203B41FA5}">
                      <a16:colId xmlns:a16="http://schemas.microsoft.com/office/drawing/2014/main" val="775120604"/>
                    </a:ext>
                  </a:extLst>
                </a:gridCol>
              </a:tblGrid>
              <a:tr h="660086">
                <a:tc>
                  <a:txBody>
                    <a:bodyPr/>
                    <a:lstStyle/>
                    <a:p>
                      <a:pPr marL="91440" marR="1270" indent="0" algn="ctr">
                        <a:lnSpc>
                          <a:spcPct val="115000"/>
                        </a:lnSpc>
                        <a:spcAft>
                          <a:spcPts val="0"/>
                        </a:spcAft>
                        <a:buNone/>
                        <a:defRPr lang="en-us" b="1" cap="none">
                          <a:solidFill>
                            <a:srgbClr val="FFFFFF"/>
                          </a:solidFill>
                        </a:defRPr>
                      </a:pPr>
                      <a:r>
                        <a:rPr dirty="0"/>
                        <a:t>SR.NO.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91440" marR="0" indent="0" algn="ctr">
                        <a:lnSpc>
                          <a:spcPct val="115000"/>
                        </a:lnSpc>
                        <a:spcAft>
                          <a:spcPts val="0"/>
                        </a:spcAft>
                        <a:buNone/>
                        <a:defRPr lang="en-us" b="1" cap="none">
                          <a:solidFill>
                            <a:srgbClr val="FFFFFF"/>
                          </a:solidFill>
                        </a:defRPr>
                      </a:pPr>
                      <a:r>
                        <a:rPr dirty="0"/>
                        <a:t>FIELD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1270" indent="0" algn="ctr">
                        <a:lnSpc>
                          <a:spcPct val="115000"/>
                        </a:lnSpc>
                        <a:spcAft>
                          <a:spcPts val="0"/>
                        </a:spcAft>
                        <a:buNone/>
                        <a:defRPr lang="en-us" b="1" cap="none">
                          <a:solidFill>
                            <a:srgbClr val="FFFFFF"/>
                          </a:solidFill>
                        </a:defRPr>
                      </a:pPr>
                      <a:r>
                        <a:rPr dirty="0"/>
                        <a:t>TYPE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CONSTRAINTS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91440" marR="0" indent="0" algn="l">
                        <a:lnSpc>
                          <a:spcPct val="115000"/>
                        </a:lnSpc>
                        <a:spcAft>
                          <a:spcPts val="0"/>
                        </a:spcAft>
                        <a:buNone/>
                        <a:defRPr lang="en-us" b="1" cap="none">
                          <a:solidFill>
                            <a:srgbClr val="FFFFFF"/>
                          </a:solidFill>
                        </a:defRPr>
                      </a:pPr>
                      <a:r>
                        <a:t>DESCRIPTION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704407778"/>
                  </a:ext>
                </a:extLst>
              </a:tr>
              <a:tr h="660086">
                <a:tc>
                  <a:txBody>
                    <a:bodyPr/>
                    <a:lstStyle/>
                    <a:p>
                      <a:pPr marL="91440" marR="635" indent="0" algn="ctr">
                        <a:lnSpc>
                          <a:spcPct val="115000"/>
                        </a:lnSpc>
                        <a:spcAft>
                          <a:spcPts val="0"/>
                        </a:spcAft>
                        <a:buNone/>
                        <a:defRPr lang="en-us" b="1" cap="none">
                          <a:solidFill>
                            <a:srgbClr val="FFFFFF"/>
                          </a:solidFill>
                        </a:defRPr>
                      </a:pPr>
                      <a:r>
                        <a:t>1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          Sell_id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Varchar(20)</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Primary-Key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Unique 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188150751"/>
                  </a:ext>
                </a:extLst>
              </a:tr>
              <a:tr h="660086">
                <a:tc>
                  <a:txBody>
                    <a:bodyPr/>
                    <a:lstStyle/>
                    <a:p>
                      <a:pPr marL="91440" marR="635" indent="0" algn="ctr">
                        <a:lnSpc>
                          <a:spcPct val="115000"/>
                        </a:lnSpc>
                        <a:spcAft>
                          <a:spcPts val="0"/>
                        </a:spcAft>
                        <a:buNone/>
                        <a:defRPr lang="en-us" b="1" cap="none">
                          <a:solidFill>
                            <a:srgbClr val="FFFFFF"/>
                          </a:solidFill>
                        </a:defRPr>
                      </a:pPr>
                      <a:r>
                        <a:t>2 </a:t>
                      </a:r>
                      <a:endParaRPr lang="en-in" cap="none">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Car_id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Int</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Foreign 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FF6E8"/>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Car Name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EFF6E8"/>
                    </a:solidFill>
                  </a:tcPr>
                </a:tc>
                <a:extLst>
                  <a:ext uri="{0D108BD9-81ED-4DB2-BD59-A6C34878D82A}">
                    <a16:rowId xmlns:a16="http://schemas.microsoft.com/office/drawing/2014/main" val="96022528"/>
                  </a:ext>
                </a:extLst>
              </a:tr>
              <a:tr h="660086">
                <a:tc>
                  <a:txBody>
                    <a:bodyPr/>
                    <a:lstStyle/>
                    <a:p>
                      <a:pPr marL="91440" marR="635" indent="0" algn="ctr">
                        <a:lnSpc>
                          <a:spcPct val="115000"/>
                        </a:lnSpc>
                        <a:spcAft>
                          <a:spcPts val="0"/>
                        </a:spcAft>
                        <a:buNone/>
                        <a:defRPr lang="en-us" b="1" cap="none">
                          <a:solidFill>
                            <a:srgbClr val="FFFFFF"/>
                          </a:solidFill>
                        </a:defRPr>
                      </a:pPr>
                      <a:r>
                        <a:rPr dirty="0"/>
                        <a:t>3 </a:t>
                      </a:r>
                      <a:endParaRPr lang="en-in" cap="none" dirty="0">
                        <a:latin typeface="Calibri" pitchFamily="2" charset="0"/>
                        <a:ea typeface="Calibri" pitchFamily="2" charset="0"/>
                        <a:cs typeface="Corbel" pitchFamily="2" charset="0"/>
                      </a:endParaRP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Seller_id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Int</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Foreign 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Seller</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226454983"/>
                  </a:ext>
                </a:extLst>
              </a:tr>
              <a:tr h="660086">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4</a:t>
                      </a: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Buyer_id</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Int</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Foreign Key</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Buyer</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729048820"/>
                  </a:ext>
                </a:extLst>
              </a:tr>
              <a:tr h="660086">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5</a:t>
                      </a: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Sell_Date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Timestamp ()</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a:solidFill>
                            <a:srgbClr val="000000"/>
                          </a:solidFill>
                          <a:effectLst/>
                          <a:latin typeface="Arial" panose="020B0604020202020204" pitchFamily="34" charset="0"/>
                          <a:ea typeface="Calibri" panose="020F0502020204030204" pitchFamily="34" charset="0"/>
                        </a:rPr>
                        <a:t>Date of Sell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extLst>
                  <a:ext uri="{0D108BD9-81ED-4DB2-BD59-A6C34878D82A}">
                    <a16:rowId xmlns:a16="http://schemas.microsoft.com/office/drawing/2014/main" val="4136205896"/>
                  </a:ext>
                </a:extLst>
              </a:tr>
              <a:tr h="660086">
                <a:tc>
                  <a:txBody>
                    <a:bodyPr/>
                    <a:lstStyle/>
                    <a:p>
                      <a:pPr marL="91440" marR="635" indent="0" algn="ctr">
                        <a:lnSpc>
                          <a:spcPct val="115000"/>
                        </a:lnSpc>
                        <a:spcAft>
                          <a:spcPts val="0"/>
                        </a:spcAft>
                        <a:buNone/>
                        <a:defRPr lang="en-us" b="1" cap="none">
                          <a:solidFill>
                            <a:srgbClr val="FFFFFF"/>
                          </a:solidFill>
                        </a:defRPr>
                      </a:pPr>
                      <a:r>
                        <a:rPr lang="en-in" cap="none" dirty="0">
                          <a:latin typeface="Calibri" pitchFamily="2" charset="0"/>
                          <a:ea typeface="Calibri" pitchFamily="2" charset="0"/>
                          <a:cs typeface="Corbel" pitchFamily="2" charset="0"/>
                        </a:rPr>
                        <a:t>6</a:t>
                      </a:r>
                    </a:p>
                  </a:txBody>
                  <a:tcPr marL="0" marR="0" marT="0" marB="0">
                    <a:lnL w="12700" cap="flat" cmpd="sng" algn="ctr">
                      <a:solidFill>
                        <a:srgbClr val="FFFFFF"/>
                      </a:solidFill>
                      <a:prstDash val="solid"/>
                      <a:headEnd type="none"/>
                      <a:tailEnd type="none"/>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Price</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Decimal(10,2) </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tc>
                  <a:txBody>
                    <a:bodyPr/>
                    <a:lstStyle/>
                    <a:p>
                      <a:pPr marL="457200" algn="ctr">
                        <a:lnSpc>
                          <a:spcPct val="115000"/>
                        </a:lnSpc>
                      </a:pPr>
                      <a:r>
                        <a:rPr lang="en-IN" sz="1400" b="0">
                          <a:solidFill>
                            <a:srgbClr val="000000"/>
                          </a:solidFill>
                          <a:effectLst/>
                          <a:latin typeface="Arial" panose="020B0604020202020204" pitchFamily="34" charset="0"/>
                          <a:ea typeface="Calibri" panose="020F0502020204030204" pitchFamily="34" charset="0"/>
                        </a:rPr>
                        <a:t>Not Null</a:t>
                      </a:r>
                      <a:endParaRPr lang="en-US" sz="1400" b="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EECCE"/>
                    </a:solidFill>
                  </a:tcPr>
                </a:tc>
                <a:tc>
                  <a:txBody>
                    <a:bodyPr/>
                    <a:lstStyle/>
                    <a:p>
                      <a:pPr marL="457200" algn="ctr">
                        <a:lnSpc>
                          <a:spcPct val="115000"/>
                        </a:lnSpc>
                        <a:spcAft>
                          <a:spcPts val="1000"/>
                        </a:spcAft>
                      </a:pPr>
                      <a:r>
                        <a:rPr lang="en-IN" sz="1400" b="0" dirty="0">
                          <a:solidFill>
                            <a:srgbClr val="000000"/>
                          </a:solidFill>
                          <a:effectLst/>
                          <a:latin typeface="Arial" panose="020B0604020202020204" pitchFamily="34" charset="0"/>
                          <a:ea typeface="Calibri" panose="020F0502020204030204" pitchFamily="34" charset="0"/>
                        </a:rPr>
                        <a:t>Price</a:t>
                      </a:r>
                      <a:endParaRPr lang="en-US" sz="1400" b="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rgbClr val="DEECCE"/>
                    </a:solidFill>
                  </a:tcPr>
                </a:tc>
                <a:extLst>
                  <a:ext uri="{0D108BD9-81ED-4DB2-BD59-A6C34878D82A}">
                    <a16:rowId xmlns:a16="http://schemas.microsoft.com/office/drawing/2014/main" val="2215576665"/>
                  </a:ext>
                </a:extLst>
              </a:tr>
            </a:tbl>
          </a:graphicData>
        </a:graphic>
      </p:graphicFrame>
    </p:spTree>
    <p:extLst>
      <p:ext uri="{BB962C8B-B14F-4D97-AF65-F5344CB8AC3E}">
        <p14:creationId xmlns:p14="http://schemas.microsoft.com/office/powerpoint/2010/main" val="2247046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I4D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dwcAAOIBAADyEwAA0AQAABAAAAAmAAAACAAAAP//////////"/>
              </a:ext>
            </a:extLst>
          </p:cNvSpPr>
          <p:nvPr/>
        </p:nvSpPr>
        <p:spPr>
          <a:xfrm>
            <a:off x="1213485" y="306070"/>
            <a:ext cx="2028825" cy="476250"/>
          </a:xfrm>
          <a:prstGeom prst="rect">
            <a:avLst/>
          </a:prstGeom>
          <a:noFill/>
          <a:ln>
            <a:noFill/>
          </a:ln>
          <a:effectLst/>
        </p:spPr>
        <p:txBody>
          <a:bodyPr vert="horz" wrap="square" numCol="1" spcCol="215900" anchor="t"/>
          <a:lstStyle/>
          <a:p>
            <a:pPr>
              <a:defRPr lang="en-us" sz="2200" cap="none">
                <a:latin typeface="Times New Roman" pitchFamily="1" charset="0"/>
                <a:ea typeface="Times New Roman" pitchFamily="1" charset="0"/>
                <a:cs typeface="Times New Roman" pitchFamily="1" charset="0"/>
              </a:defRPr>
            </a:pPr>
            <a:r>
              <a:rPr lang="en-us" b="1" cap="none" dirty="0"/>
              <a:t>User Module</a:t>
            </a:r>
            <a:r>
              <a:rPr dirty="0"/>
              <a:t> :-</a:t>
            </a:r>
          </a:p>
          <a:p>
            <a:pPr>
              <a:lnSpc>
                <a:spcPct val="150000"/>
              </a:lnSpc>
              <a:defRPr lang="en-us" sz="2200" cap="none">
                <a:latin typeface="Times New Roman" pitchFamily="1" charset="0"/>
                <a:ea typeface="Times New Roman" pitchFamily="1" charset="0"/>
                <a:cs typeface="Times New Roman" pitchFamily="1" charset="0"/>
              </a:defRPr>
            </a:pPr>
            <a:r>
              <a:rPr dirty="0"/>
              <a:t> </a:t>
            </a:r>
            <a:r>
              <a:rPr lang="en-us" b="1" u="sng" cap="none" dirty="0">
                <a:latin typeface="Corbel" pitchFamily="2" charset="0"/>
                <a:ea typeface="Corbel" pitchFamily="2" charset="0"/>
                <a:cs typeface="Corbel" pitchFamily="2" charset="0"/>
              </a:rPr>
              <a:t>Home Page</a:t>
            </a:r>
          </a:p>
        </p:txBody>
      </p:sp>
      <p:pic>
        <p:nvPicPr>
          <p:cNvPr id="4" name="Picture 3">
            <a:extLst>
              <a:ext uri="{FF2B5EF4-FFF2-40B4-BE49-F238E27FC236}">
                <a16:creationId xmlns:a16="http://schemas.microsoft.com/office/drawing/2014/main" id="{AB8B3E52-5141-3047-2B4B-46A1212FC54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63247" y="1279842"/>
            <a:ext cx="8448727" cy="4755198"/>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D950FC-16EA-5E88-9E66-DF3E00B6F91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000" y="548486"/>
            <a:ext cx="9892665" cy="5558142"/>
          </a:xfrm>
          <a:prstGeom prst="rect">
            <a:avLst/>
          </a:prstGeom>
          <a:noFill/>
          <a:ln w="9525">
            <a:noFill/>
          </a:ln>
        </p:spPr>
      </p:pic>
    </p:spTree>
    <p:extLst>
      <p:ext uri="{BB962C8B-B14F-4D97-AF65-F5344CB8AC3E}">
        <p14:creationId xmlns:p14="http://schemas.microsoft.com/office/powerpoint/2010/main" val="1199755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0676A9-3051-A9FA-65C2-F9274F4F07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2999" y="622416"/>
            <a:ext cx="9892665" cy="5568717"/>
          </a:xfrm>
          <a:prstGeom prst="rect">
            <a:avLst/>
          </a:prstGeom>
          <a:noFill/>
          <a:ln w="9525">
            <a:noFill/>
          </a:ln>
        </p:spPr>
      </p:pic>
    </p:spTree>
    <p:extLst>
      <p:ext uri="{BB962C8B-B14F-4D97-AF65-F5344CB8AC3E}">
        <p14:creationId xmlns:p14="http://schemas.microsoft.com/office/powerpoint/2010/main" val="57830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46133B-C635-5F74-5023-04C048CA016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000" y="618830"/>
            <a:ext cx="9892665" cy="5563941"/>
          </a:xfrm>
          <a:prstGeom prst="rect">
            <a:avLst/>
          </a:prstGeom>
          <a:noFill/>
          <a:ln w="9525">
            <a:noFill/>
          </a:ln>
        </p:spPr>
      </p:pic>
    </p:spTree>
    <p:extLst>
      <p:ext uri="{BB962C8B-B14F-4D97-AF65-F5344CB8AC3E}">
        <p14:creationId xmlns:p14="http://schemas.microsoft.com/office/powerpoint/2010/main" val="1238260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57DCF1-D22E-D972-04E5-40CC7B37F60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000" y="1374096"/>
            <a:ext cx="9892665" cy="4197550"/>
          </a:xfrm>
          <a:prstGeom prst="rect">
            <a:avLst/>
          </a:prstGeom>
          <a:noFill/>
          <a:ln w="9525">
            <a:noFill/>
          </a:ln>
        </p:spPr>
      </p:pic>
    </p:spTree>
    <p:extLst>
      <p:ext uri="{BB962C8B-B14F-4D97-AF65-F5344CB8AC3E}">
        <p14:creationId xmlns:p14="http://schemas.microsoft.com/office/powerpoint/2010/main" val="2824259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AD8A09-E369-82DC-FA87-B5D111AFDCC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71600" y="457200"/>
            <a:ext cx="9664065" cy="5894613"/>
          </a:xfrm>
          <a:prstGeom prst="rect">
            <a:avLst/>
          </a:prstGeom>
          <a:noFill/>
          <a:ln w="9525">
            <a:noFill/>
          </a:ln>
        </p:spPr>
      </p:pic>
    </p:spTree>
    <p:extLst>
      <p:ext uri="{BB962C8B-B14F-4D97-AF65-F5344CB8AC3E}">
        <p14:creationId xmlns:p14="http://schemas.microsoft.com/office/powerpoint/2010/main" val="23126740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2ABAD2-8563-DA98-7F5E-AFE45286C66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9510"/>
          <a:stretch/>
        </p:blipFill>
        <p:spPr bwMode="auto">
          <a:xfrm>
            <a:off x="1142999" y="886760"/>
            <a:ext cx="9892666" cy="373336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795648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D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NgYAAOIBAACwEgAAHQQAABAAAAAmAAAACAAAAP//////////"/>
              </a:ext>
            </a:extLst>
          </p:cNvSpPr>
          <p:nvPr/>
        </p:nvSpPr>
        <p:spPr>
          <a:xfrm>
            <a:off x="5081905" y="306071"/>
            <a:ext cx="2028190" cy="362585"/>
          </a:xfrm>
          <a:prstGeom prst="rect">
            <a:avLst/>
          </a:prstGeom>
          <a:noFill/>
          <a:ln>
            <a:noFill/>
          </a:ln>
          <a:effectLst/>
        </p:spPr>
        <p:txBody>
          <a:bodyPr vert="horz" wrap="square" numCol="1" spcCol="215900" anchor="t"/>
          <a:lstStyle/>
          <a:p>
            <a:pPr algn="ctr">
              <a:lnSpc>
                <a:spcPct val="150000"/>
              </a:lnSpc>
              <a:spcAft>
                <a:spcPts val="1000"/>
              </a:spcAft>
            </a:pPr>
            <a:r>
              <a:rPr lang="en-IN" sz="1800" b="1" dirty="0">
                <a:effectLst/>
                <a:latin typeface="Times New Roman" panose="02020603050405020304" pitchFamily="18" charset="0"/>
                <a:ea typeface="Calibri" panose="020F0502020204030204" pitchFamily="34" charset="0"/>
              </a:rPr>
              <a:t>Buy Car/Listed Cars</a:t>
            </a:r>
            <a:endParaRPr lang="en-US" sz="1800" dirty="0">
              <a:effectLst/>
              <a:latin typeface="Calibri" panose="020F0502020204030204" pitchFamily="34" charset="0"/>
              <a:ea typeface="Calibri" panose="020F0502020204030204" pitchFamily="34" charset="0"/>
            </a:endParaRPr>
          </a:p>
        </p:txBody>
      </p:sp>
      <p:pic>
        <p:nvPicPr>
          <p:cNvPr id="4" name="Picture 3">
            <a:extLst>
              <a:ext uri="{FF2B5EF4-FFF2-40B4-BE49-F238E27FC236}">
                <a16:creationId xmlns:a16="http://schemas.microsoft.com/office/drawing/2014/main" id="{979DF5C6-4ACD-083F-C840-8EA9C52D5B89}"/>
              </a:ext>
            </a:extLst>
          </p:cNvPr>
          <p:cNvPicPr>
            <a:picLocks noChangeAspect="1"/>
          </p:cNvPicPr>
          <p:nvPr/>
        </p:nvPicPr>
        <p:blipFill rotWithShape="1">
          <a:blip r:embed="rId2">
            <a:extLst>
              <a:ext uri="{28A0092B-C50C-407E-A947-70E740481C1C}">
                <a14:useLocalDpi xmlns:a14="http://schemas.microsoft.com/office/drawing/2010/main" val="0"/>
              </a:ext>
            </a:extLst>
          </a:blip>
          <a:srcRect t="-197" b="64131"/>
          <a:stretch/>
        </p:blipFill>
        <p:spPr bwMode="auto">
          <a:xfrm>
            <a:off x="1009649" y="821054"/>
            <a:ext cx="10380245" cy="5730875"/>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5BE11F-A839-E449-CD60-23BDF2980E9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 t="38823" b="-122"/>
          <a:stretch/>
        </p:blipFill>
        <p:spPr bwMode="auto">
          <a:xfrm>
            <a:off x="2481944" y="473529"/>
            <a:ext cx="7364186" cy="575010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29828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8CE4E9-9ACD-BEAD-700D-DA4F01644BA5}"/>
              </a:ext>
            </a:extLst>
          </p:cNvPr>
          <p:cNvSpPr txBox="1"/>
          <p:nvPr/>
        </p:nvSpPr>
        <p:spPr>
          <a:xfrm>
            <a:off x="5291889" y="346030"/>
            <a:ext cx="2116221" cy="430887"/>
          </a:xfrm>
          <a:prstGeom prst="rect">
            <a:avLst/>
          </a:prstGeom>
          <a:noFill/>
        </p:spPr>
        <p:txBody>
          <a:bodyPr wrap="square">
            <a:spAutoFit/>
          </a:bodyPr>
          <a:lstStyle/>
          <a:p>
            <a:pPr>
              <a:defRPr lang="en-us" sz="2200" b="1" u="sng" cap="none"/>
            </a:pPr>
            <a:r>
              <a:rPr lang="en-US" dirty="0"/>
              <a:t>About Us</a:t>
            </a:r>
          </a:p>
        </p:txBody>
      </p:sp>
      <p:pic>
        <p:nvPicPr>
          <p:cNvPr id="7" name="Picture 6">
            <a:extLst>
              <a:ext uri="{FF2B5EF4-FFF2-40B4-BE49-F238E27FC236}">
                <a16:creationId xmlns:a16="http://schemas.microsoft.com/office/drawing/2014/main" id="{68E1D8F4-534C-0B6C-EAAC-503330F0B628}"/>
              </a:ext>
            </a:extLst>
          </p:cNvPr>
          <p:cNvPicPr>
            <a:picLocks noChangeAspect="1"/>
          </p:cNvPicPr>
          <p:nvPr/>
        </p:nvPicPr>
        <p:blipFill rotWithShape="1">
          <a:blip r:embed="rId2">
            <a:extLst>
              <a:ext uri="{28A0092B-C50C-407E-A947-70E740481C1C}">
                <a14:useLocalDpi xmlns:a14="http://schemas.microsoft.com/office/drawing/2010/main" val="0"/>
              </a:ext>
            </a:extLst>
          </a:blip>
          <a:srcRect t="929" b="48455"/>
          <a:stretch/>
        </p:blipFill>
        <p:spPr>
          <a:xfrm>
            <a:off x="1198479" y="932713"/>
            <a:ext cx="5151521" cy="4992574"/>
          </a:xfrm>
          <a:prstGeom prst="rect">
            <a:avLst/>
          </a:prstGeom>
          <a:noFill/>
          <a:ln w="9525">
            <a:noFill/>
          </a:ln>
        </p:spPr>
      </p:pic>
      <p:pic>
        <p:nvPicPr>
          <p:cNvPr id="2" name="Picture 1">
            <a:extLst>
              <a:ext uri="{FF2B5EF4-FFF2-40B4-BE49-F238E27FC236}">
                <a16:creationId xmlns:a16="http://schemas.microsoft.com/office/drawing/2014/main" id="{59CB8D8E-46BA-EC1F-7CB7-9BE61EA4E345}"/>
              </a:ext>
            </a:extLst>
          </p:cNvPr>
          <p:cNvPicPr>
            <a:picLocks noChangeAspect="1"/>
          </p:cNvPicPr>
          <p:nvPr/>
        </p:nvPicPr>
        <p:blipFill rotWithShape="1">
          <a:blip r:embed="rId2">
            <a:extLst>
              <a:ext uri="{28A0092B-C50C-407E-A947-70E740481C1C}">
                <a14:useLocalDpi xmlns:a14="http://schemas.microsoft.com/office/drawing/2010/main" val="0"/>
              </a:ext>
            </a:extLst>
          </a:blip>
          <a:srcRect t="49385"/>
          <a:stretch/>
        </p:blipFill>
        <p:spPr>
          <a:xfrm>
            <a:off x="6350000" y="1088509"/>
            <a:ext cx="4800600" cy="4992574"/>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DUD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xAYAANEBAABLEQAAEQQAABAAAAAmAAAACAAAAP//////////"/>
              </a:ext>
            </a:extLst>
          </p:cNvSpPr>
          <p:nvPr/>
        </p:nvSpPr>
        <p:spPr>
          <a:xfrm>
            <a:off x="5031673" y="246514"/>
            <a:ext cx="2204854" cy="362451"/>
          </a:xfrm>
          <a:prstGeom prst="rect">
            <a:avLst/>
          </a:prstGeom>
          <a:noFill/>
          <a:ln>
            <a:noFill/>
          </a:ln>
          <a:effectLst/>
        </p:spPr>
        <p:txBody>
          <a:bodyPr vert="horz" wrap="square" numCol="1" spcCol="215900" anchor="t"/>
          <a:lstStyle/>
          <a:p>
            <a:pPr>
              <a:defRPr lang="en-us" sz="2200" b="1" u="sng" cap="none"/>
            </a:pPr>
            <a:r>
              <a:rPr lang="en-US" dirty="0"/>
              <a:t>User Register</a:t>
            </a:r>
            <a:endParaRPr dirty="0"/>
          </a:p>
        </p:txBody>
      </p:sp>
      <p:pic>
        <p:nvPicPr>
          <p:cNvPr id="2" name="Picture 1">
            <a:extLst>
              <a:ext uri="{FF2B5EF4-FFF2-40B4-BE49-F238E27FC236}">
                <a16:creationId xmlns:a16="http://schemas.microsoft.com/office/drawing/2014/main" id="{B4526A8C-0171-03A2-AFE6-0D0691827E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97100" y="787400"/>
            <a:ext cx="7874000" cy="5283200"/>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A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I4D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oAYAAF8CAAAsFgAAjQQAABAAAAAmAAAACAAAAP//////////"/>
              </a:ext>
            </a:extLst>
          </p:cNvSpPr>
          <p:nvPr/>
        </p:nvSpPr>
        <p:spPr>
          <a:xfrm>
            <a:off x="5307330" y="320340"/>
            <a:ext cx="1577340" cy="354330"/>
          </a:xfrm>
          <a:prstGeom prst="rect">
            <a:avLst/>
          </a:prstGeom>
          <a:noFill/>
          <a:ln>
            <a:noFill/>
          </a:ln>
          <a:effectLst/>
        </p:spPr>
        <p:txBody>
          <a:bodyPr vert="horz" wrap="square" numCol="1" spcCol="215900" anchor="t"/>
          <a:lstStyle/>
          <a:p>
            <a:pPr>
              <a:defRPr lang="en-us" sz="2200" b="1" u="sng" cap="none"/>
            </a:pPr>
            <a:r>
              <a:rPr dirty="0"/>
              <a:t>User Login</a:t>
            </a:r>
          </a:p>
        </p:txBody>
      </p:sp>
      <p:pic>
        <p:nvPicPr>
          <p:cNvPr id="4" name="Picture 3">
            <a:extLst>
              <a:ext uri="{FF2B5EF4-FFF2-40B4-BE49-F238E27FC236}">
                <a16:creationId xmlns:a16="http://schemas.microsoft.com/office/drawing/2014/main" id="{893D4A40-6F0C-A50F-5A8E-FF4795D06D52}"/>
              </a:ext>
            </a:extLst>
          </p:cNvPr>
          <p:cNvPicPr>
            <a:picLocks noChangeAspect="1"/>
          </p:cNvPicPr>
          <p:nvPr/>
        </p:nvPicPr>
        <p:blipFill rotWithShape="1">
          <a:blip r:embed="rId2">
            <a:extLst>
              <a:ext uri="{28A0092B-C50C-407E-A947-70E740481C1C}">
                <a14:useLocalDpi xmlns:a14="http://schemas.microsoft.com/office/drawing/2010/main" val="0"/>
              </a:ext>
            </a:extLst>
          </a:blip>
          <a:srcRect b="32079"/>
          <a:stretch/>
        </p:blipFill>
        <p:spPr>
          <a:xfrm>
            <a:off x="2129185" y="974925"/>
            <a:ext cx="8165799" cy="507027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D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HQcAAJsBAAC0GgAAOwQAABAgAAAmAAAACAAAAP//////////"/>
              </a:ext>
            </a:extLst>
          </p:cNvSpPr>
          <p:nvPr/>
        </p:nvSpPr>
        <p:spPr>
          <a:xfrm>
            <a:off x="4688873" y="387785"/>
            <a:ext cx="3184525" cy="426720"/>
          </a:xfrm>
          <a:prstGeom prst="rect">
            <a:avLst/>
          </a:prstGeom>
          <a:noFill/>
          <a:ln>
            <a:noFill/>
          </a:ln>
          <a:effectLst/>
        </p:spPr>
        <p:txBody>
          <a:bodyPr vert="horz" wrap="square" numCol="1" spcCol="215900" anchor="t"/>
          <a:lstStyle/>
          <a:p>
            <a:pPr>
              <a:defRPr lang="en-us" sz="2200" b="1" u="sng" cap="none"/>
            </a:pPr>
            <a:r>
              <a:rPr lang="en-US" dirty="0"/>
              <a:t>Car Listing/Sell Car</a:t>
            </a:r>
            <a:endParaRPr dirty="0"/>
          </a:p>
        </p:txBody>
      </p:sp>
      <p:pic>
        <p:nvPicPr>
          <p:cNvPr id="4" name="Picture 3">
            <a:extLst>
              <a:ext uri="{FF2B5EF4-FFF2-40B4-BE49-F238E27FC236}">
                <a16:creationId xmlns:a16="http://schemas.microsoft.com/office/drawing/2014/main" id="{FD43A636-40CE-E6DA-A569-238E4129F40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956" y="814505"/>
            <a:ext cx="6002360" cy="5490042"/>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O4C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KgUAAPQBAABXEgAAlAQAABAgAAAmAAAACAAAAP//////////"/>
              </a:ext>
            </a:extLst>
          </p:cNvSpPr>
          <p:nvPr/>
        </p:nvSpPr>
        <p:spPr>
          <a:xfrm>
            <a:off x="5025072" y="317500"/>
            <a:ext cx="2141855" cy="426720"/>
          </a:xfrm>
          <a:prstGeom prst="rect">
            <a:avLst/>
          </a:prstGeom>
          <a:noFill/>
          <a:ln>
            <a:noFill/>
          </a:ln>
          <a:effectLst/>
        </p:spPr>
        <p:txBody>
          <a:bodyPr vert="horz" wrap="square" numCol="1" spcCol="215900" anchor="t"/>
          <a:lstStyle/>
          <a:p>
            <a:pPr>
              <a:defRPr lang="en-us" sz="2200" b="1" u="sng" cap="none"/>
            </a:pPr>
            <a:r>
              <a:rPr dirty="0"/>
              <a:t>Car Details</a:t>
            </a:r>
          </a:p>
        </p:txBody>
      </p:sp>
      <p:pic>
        <p:nvPicPr>
          <p:cNvPr id="4" name="Picture 3">
            <a:extLst>
              <a:ext uri="{FF2B5EF4-FFF2-40B4-BE49-F238E27FC236}">
                <a16:creationId xmlns:a16="http://schemas.microsoft.com/office/drawing/2014/main" id="{E0BFF1B8-D459-8632-F4B6-F4A19EAEC4E2}"/>
              </a:ext>
            </a:extLst>
          </p:cNvPr>
          <p:cNvPicPr>
            <a:picLocks noChangeAspect="1"/>
          </p:cNvPicPr>
          <p:nvPr/>
        </p:nvPicPr>
        <p:blipFill rotWithShape="1">
          <a:blip r:embed="rId2">
            <a:extLst>
              <a:ext uri="{28A0092B-C50C-407E-A947-70E740481C1C}">
                <a14:useLocalDpi xmlns:a14="http://schemas.microsoft.com/office/drawing/2010/main" val="0"/>
              </a:ext>
            </a:extLst>
          </a:blip>
          <a:srcRect t="-701" b="49903"/>
          <a:stretch/>
        </p:blipFill>
        <p:spPr>
          <a:xfrm>
            <a:off x="844851" y="744220"/>
            <a:ext cx="10502298" cy="5580380"/>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57FF79-EA05-BEC5-A250-DF286295C665}"/>
              </a:ext>
            </a:extLst>
          </p:cNvPr>
          <p:cNvPicPr>
            <a:picLocks noChangeAspect="1"/>
          </p:cNvPicPr>
          <p:nvPr/>
        </p:nvPicPr>
        <p:blipFill rotWithShape="1">
          <a:blip r:embed="rId2">
            <a:extLst>
              <a:ext uri="{28A0092B-C50C-407E-A947-70E740481C1C}">
                <a14:useLocalDpi xmlns:a14="http://schemas.microsoft.com/office/drawing/2010/main" val="0"/>
              </a:ext>
            </a:extLst>
          </a:blip>
          <a:srcRect t="40802" b="8400"/>
          <a:stretch/>
        </p:blipFill>
        <p:spPr>
          <a:xfrm>
            <a:off x="844851" y="744220"/>
            <a:ext cx="10502298" cy="5580380"/>
          </a:xfrm>
          <a:prstGeom prst="rect">
            <a:avLst/>
          </a:prstGeom>
          <a:noFill/>
          <a:ln w="9525">
            <a:noFill/>
          </a:ln>
        </p:spPr>
      </p:pic>
    </p:spTree>
    <p:extLst>
      <p:ext uri="{BB962C8B-B14F-4D97-AF65-F5344CB8AC3E}">
        <p14:creationId xmlns:p14="http://schemas.microsoft.com/office/powerpoint/2010/main" val="1423283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MoC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3AUAANEBAADmEgAAcQQAABAgAAAmAAAACAAAAP//////////"/>
              </a:ext>
            </a:extLst>
          </p:cNvSpPr>
          <p:nvPr/>
        </p:nvSpPr>
        <p:spPr>
          <a:xfrm>
            <a:off x="5036185" y="295274"/>
            <a:ext cx="2119630" cy="426720"/>
          </a:xfrm>
          <a:prstGeom prst="rect">
            <a:avLst/>
          </a:prstGeom>
          <a:noFill/>
          <a:ln>
            <a:noFill/>
          </a:ln>
          <a:effectLst/>
        </p:spPr>
        <p:txBody>
          <a:bodyPr vert="horz" wrap="square" numCol="1" spcCol="215900" anchor="t"/>
          <a:lstStyle/>
          <a:p>
            <a:pPr>
              <a:defRPr lang="en-us" sz="2200" b="1" u="sng" cap="none"/>
            </a:pPr>
            <a:r>
              <a:rPr lang="en-US" dirty="0"/>
              <a:t>Contact Us</a:t>
            </a:r>
            <a:endParaRPr dirty="0"/>
          </a:p>
        </p:txBody>
      </p:sp>
      <p:pic>
        <p:nvPicPr>
          <p:cNvPr id="4" name="Picture 3">
            <a:extLst>
              <a:ext uri="{FF2B5EF4-FFF2-40B4-BE49-F238E27FC236}">
                <a16:creationId xmlns:a16="http://schemas.microsoft.com/office/drawing/2014/main" id="{AD392DC6-92B2-9E42-F826-23EFFDA028FE}"/>
              </a:ext>
            </a:extLst>
          </p:cNvPr>
          <p:cNvPicPr>
            <a:picLocks noChangeAspect="1"/>
          </p:cNvPicPr>
          <p:nvPr/>
        </p:nvPicPr>
        <p:blipFill rotWithShape="1">
          <a:blip r:embed="rId2">
            <a:extLst>
              <a:ext uri="{28A0092B-C50C-407E-A947-70E740481C1C}">
                <a14:useLocalDpi xmlns:a14="http://schemas.microsoft.com/office/drawing/2010/main" val="0"/>
              </a:ext>
            </a:extLst>
          </a:blip>
          <a:srcRect l="-17840" t="1" r="-14730" b="-37888"/>
          <a:stretch/>
        </p:blipFill>
        <p:spPr bwMode="auto">
          <a:xfrm>
            <a:off x="952500" y="721994"/>
            <a:ext cx="10287000" cy="8053706"/>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CA9A20-95DE-2127-6682-33243EFA95C1}"/>
              </a:ext>
            </a:extLst>
          </p:cNvPr>
          <p:cNvSpPr txBox="1"/>
          <p:nvPr/>
        </p:nvSpPr>
        <p:spPr>
          <a:xfrm>
            <a:off x="5268160" y="418921"/>
            <a:ext cx="1655679" cy="430887"/>
          </a:xfrm>
          <a:prstGeom prst="rect">
            <a:avLst/>
          </a:prstGeom>
          <a:noFill/>
        </p:spPr>
        <p:txBody>
          <a:bodyPr wrap="square">
            <a:spAutoFit/>
          </a:bodyPr>
          <a:lstStyle/>
          <a:p>
            <a:pPr>
              <a:defRPr lang="en-us" sz="2200" b="1" u="sng" cap="none"/>
            </a:pPr>
            <a:r>
              <a:rPr lang="en-US" dirty="0"/>
              <a:t>User Profile</a:t>
            </a:r>
          </a:p>
        </p:txBody>
      </p:sp>
      <p:pic>
        <p:nvPicPr>
          <p:cNvPr id="6" name="Picture 5">
            <a:extLst>
              <a:ext uri="{FF2B5EF4-FFF2-40B4-BE49-F238E27FC236}">
                <a16:creationId xmlns:a16="http://schemas.microsoft.com/office/drawing/2014/main" id="{F36AA20C-62DD-0472-5D13-1224A2FD86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90467" y="1039093"/>
            <a:ext cx="9392709" cy="5184542"/>
          </a:xfrm>
          <a:prstGeom prst="rect">
            <a:avLst/>
          </a:prstGeom>
        </p:spPr>
      </p:pic>
    </p:spTree>
    <p:extLst>
      <p:ext uri="{BB962C8B-B14F-4D97-AF65-F5344CB8AC3E}">
        <p14:creationId xmlns:p14="http://schemas.microsoft.com/office/powerpoint/2010/main" val="2622197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88F86A-9577-BE7B-7EC0-04DE7F30415D}"/>
              </a:ext>
            </a:extLst>
          </p:cNvPr>
          <p:cNvSpPr txBox="1"/>
          <p:nvPr/>
        </p:nvSpPr>
        <p:spPr>
          <a:xfrm>
            <a:off x="5027711" y="418921"/>
            <a:ext cx="2135940" cy="430887"/>
          </a:xfrm>
          <a:prstGeom prst="rect">
            <a:avLst/>
          </a:prstGeom>
          <a:noFill/>
        </p:spPr>
        <p:txBody>
          <a:bodyPr wrap="square">
            <a:spAutoFit/>
          </a:bodyPr>
          <a:lstStyle/>
          <a:p>
            <a:pPr>
              <a:defRPr lang="en-us" sz="2200" b="1" u="sng" cap="none"/>
            </a:pPr>
            <a:r>
              <a:rPr lang="en-US" dirty="0"/>
              <a:t>Update Profile</a:t>
            </a:r>
          </a:p>
        </p:txBody>
      </p:sp>
      <p:pic>
        <p:nvPicPr>
          <p:cNvPr id="5" name="Picture 4">
            <a:extLst>
              <a:ext uri="{FF2B5EF4-FFF2-40B4-BE49-F238E27FC236}">
                <a16:creationId xmlns:a16="http://schemas.microsoft.com/office/drawing/2014/main" id="{609FD176-4204-FD0D-13A0-161304D3B55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9547"/>
          <a:stretch/>
        </p:blipFill>
        <p:spPr bwMode="auto">
          <a:xfrm>
            <a:off x="3271519" y="852170"/>
            <a:ext cx="5648960" cy="257683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7E500F33-D923-4EC8-CD24-30DDA79127F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6535"/>
          <a:stretch/>
        </p:blipFill>
        <p:spPr bwMode="auto">
          <a:xfrm>
            <a:off x="3270884" y="3636824"/>
            <a:ext cx="5649595" cy="28022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682872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113CAB-8515-AB15-7D87-545BEB9F8484}"/>
              </a:ext>
            </a:extLst>
          </p:cNvPr>
          <p:cNvSpPr txBox="1"/>
          <p:nvPr/>
        </p:nvSpPr>
        <p:spPr>
          <a:xfrm>
            <a:off x="5262979" y="393521"/>
            <a:ext cx="2135940" cy="430887"/>
          </a:xfrm>
          <a:prstGeom prst="rect">
            <a:avLst/>
          </a:prstGeom>
          <a:noFill/>
        </p:spPr>
        <p:txBody>
          <a:bodyPr wrap="square">
            <a:spAutoFit/>
          </a:bodyPr>
          <a:lstStyle/>
          <a:p>
            <a:pPr>
              <a:defRPr lang="en-us" sz="2200" b="1" u="sng" cap="none"/>
            </a:pPr>
            <a:r>
              <a:rPr lang="en-US" dirty="0"/>
              <a:t>Buy History</a:t>
            </a:r>
          </a:p>
        </p:txBody>
      </p:sp>
      <p:pic>
        <p:nvPicPr>
          <p:cNvPr id="6" name="Picture 5">
            <a:extLst>
              <a:ext uri="{FF2B5EF4-FFF2-40B4-BE49-F238E27FC236}">
                <a16:creationId xmlns:a16="http://schemas.microsoft.com/office/drawing/2014/main" id="{F901923E-947E-EEB7-1B4F-E52EFE8099E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1762" y="1039093"/>
            <a:ext cx="9010119" cy="5184542"/>
          </a:xfrm>
          <a:prstGeom prst="rect">
            <a:avLst/>
          </a:prstGeom>
        </p:spPr>
      </p:pic>
    </p:spTree>
    <p:extLst>
      <p:ext uri="{BB962C8B-B14F-4D97-AF65-F5344CB8AC3E}">
        <p14:creationId xmlns:p14="http://schemas.microsoft.com/office/powerpoint/2010/main" val="8107520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2F4396-CDD7-CF67-FF8C-760539354B73}"/>
              </a:ext>
            </a:extLst>
          </p:cNvPr>
          <p:cNvSpPr txBox="1"/>
          <p:nvPr/>
        </p:nvSpPr>
        <p:spPr>
          <a:xfrm>
            <a:off x="5262979" y="393521"/>
            <a:ext cx="2135940" cy="430887"/>
          </a:xfrm>
          <a:prstGeom prst="rect">
            <a:avLst/>
          </a:prstGeom>
          <a:noFill/>
        </p:spPr>
        <p:txBody>
          <a:bodyPr wrap="square">
            <a:spAutoFit/>
          </a:bodyPr>
          <a:lstStyle/>
          <a:p>
            <a:pPr>
              <a:defRPr lang="en-us" sz="2200" b="1" u="sng" cap="none"/>
            </a:pPr>
            <a:r>
              <a:rPr lang="en-US" dirty="0"/>
              <a:t>Sell History</a:t>
            </a:r>
          </a:p>
        </p:txBody>
      </p:sp>
      <p:pic>
        <p:nvPicPr>
          <p:cNvPr id="5" name="Picture 4">
            <a:extLst>
              <a:ext uri="{FF2B5EF4-FFF2-40B4-BE49-F238E27FC236}">
                <a16:creationId xmlns:a16="http://schemas.microsoft.com/office/drawing/2014/main" id="{D33BA75E-7519-1171-FEB9-CA0DDEB06F6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1762" y="1039093"/>
            <a:ext cx="9010119" cy="5184541"/>
          </a:xfrm>
          <a:prstGeom prst="rect">
            <a:avLst/>
          </a:prstGeom>
        </p:spPr>
      </p:pic>
    </p:spTree>
    <p:extLst>
      <p:ext uri="{BB962C8B-B14F-4D97-AF65-F5344CB8AC3E}">
        <p14:creationId xmlns:p14="http://schemas.microsoft.com/office/powerpoint/2010/main" val="3123914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A3E1A9-B30D-16C4-AEE7-96039AAA544D}"/>
              </a:ext>
            </a:extLst>
          </p:cNvPr>
          <p:cNvSpPr txBox="1"/>
          <p:nvPr/>
        </p:nvSpPr>
        <p:spPr>
          <a:xfrm>
            <a:off x="5619166" y="397332"/>
            <a:ext cx="1233069" cy="430887"/>
          </a:xfrm>
          <a:prstGeom prst="rect">
            <a:avLst/>
          </a:prstGeom>
          <a:noFill/>
        </p:spPr>
        <p:txBody>
          <a:bodyPr wrap="square">
            <a:spAutoFit/>
          </a:bodyPr>
          <a:lstStyle/>
          <a:p>
            <a:pPr>
              <a:defRPr lang="en-us" sz="2200" b="1" u="sng" cap="none"/>
            </a:pPr>
            <a:r>
              <a:rPr lang="en-US" dirty="0"/>
              <a:t>My Cars</a:t>
            </a:r>
          </a:p>
        </p:txBody>
      </p:sp>
      <p:pic>
        <p:nvPicPr>
          <p:cNvPr id="5" name="Picture 4">
            <a:extLst>
              <a:ext uri="{FF2B5EF4-FFF2-40B4-BE49-F238E27FC236}">
                <a16:creationId xmlns:a16="http://schemas.microsoft.com/office/drawing/2014/main" id="{F5C18EDF-E114-4B10-FC36-A3C124D405C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827061"/>
            <a:ext cx="10187698" cy="5630598"/>
          </a:xfrm>
          <a:prstGeom prst="rect">
            <a:avLst/>
          </a:prstGeom>
          <a:noFill/>
          <a:ln w="9525">
            <a:noFill/>
          </a:ln>
        </p:spPr>
      </p:pic>
    </p:spTree>
    <p:extLst>
      <p:ext uri="{BB962C8B-B14F-4D97-AF65-F5344CB8AC3E}">
        <p14:creationId xmlns:p14="http://schemas.microsoft.com/office/powerpoint/2010/main" val="774689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4303F5-7AA0-D705-2E8C-1764805E40B2}"/>
              </a:ext>
            </a:extLst>
          </p:cNvPr>
          <p:cNvSpPr txBox="1"/>
          <p:nvPr/>
        </p:nvSpPr>
        <p:spPr>
          <a:xfrm>
            <a:off x="4883150" y="384632"/>
            <a:ext cx="2425700" cy="430887"/>
          </a:xfrm>
          <a:prstGeom prst="rect">
            <a:avLst/>
          </a:prstGeom>
          <a:noFill/>
        </p:spPr>
        <p:txBody>
          <a:bodyPr wrap="square">
            <a:spAutoFit/>
          </a:bodyPr>
          <a:lstStyle/>
          <a:p>
            <a:pPr>
              <a:defRPr lang="en-us" sz="2200" b="1" u="sng" cap="none"/>
            </a:pPr>
            <a:r>
              <a:rPr lang="en-US" dirty="0"/>
              <a:t>Change Password</a:t>
            </a:r>
          </a:p>
        </p:txBody>
      </p:sp>
      <p:pic>
        <p:nvPicPr>
          <p:cNvPr id="5" name="Picture 4">
            <a:extLst>
              <a:ext uri="{FF2B5EF4-FFF2-40B4-BE49-F238E27FC236}">
                <a16:creationId xmlns:a16="http://schemas.microsoft.com/office/drawing/2014/main" id="{23845CEB-D03A-7C01-2DB4-72865608CD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96888" y="827061"/>
            <a:ext cx="9785312" cy="5630598"/>
          </a:xfrm>
          <a:prstGeom prst="rect">
            <a:avLst/>
          </a:prstGeom>
          <a:noFill/>
          <a:ln w="9525">
            <a:noFill/>
          </a:ln>
        </p:spPr>
      </p:pic>
    </p:spTree>
    <p:extLst>
      <p:ext uri="{BB962C8B-B14F-4D97-AF65-F5344CB8AC3E}">
        <p14:creationId xmlns:p14="http://schemas.microsoft.com/office/powerpoint/2010/main" val="13770913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C8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mgcAANcAAABzHAAAlwcAABAgAAAmAAAACAAAAP//////////"/>
              </a:ext>
            </a:extLst>
          </p:cNvSpPr>
          <p:nvPr/>
        </p:nvSpPr>
        <p:spPr>
          <a:xfrm>
            <a:off x="1235710" y="136525"/>
            <a:ext cx="3388995" cy="1097280"/>
          </a:xfrm>
          <a:prstGeom prst="rect">
            <a:avLst/>
          </a:prstGeom>
          <a:noFill/>
          <a:ln>
            <a:noFill/>
          </a:ln>
          <a:effectLst/>
        </p:spPr>
        <p:txBody>
          <a:bodyPr vert="horz" wrap="square" numCol="1" spcCol="215900" anchor="t"/>
          <a:lstStyle/>
          <a:p>
            <a:pPr>
              <a:lnSpc>
                <a:spcPct val="150000"/>
              </a:lnSpc>
              <a:defRPr lang="en-us" sz="2200" b="1" u="sng" cap="none"/>
            </a:pPr>
            <a:r>
              <a:rPr dirty="0"/>
              <a:t>Admin Module:</a:t>
            </a:r>
          </a:p>
          <a:p>
            <a:pPr>
              <a:lnSpc>
                <a:spcPct val="150000"/>
              </a:lnSpc>
              <a:defRPr lang="en-us" sz="2200" b="1" u="sng" cap="none"/>
            </a:pPr>
            <a:r>
              <a:rPr dirty="0"/>
              <a:t>Admin Login</a:t>
            </a:r>
            <a:endParaRPr lang="en-us" sz="2000" cap="none" dirty="0"/>
          </a:p>
        </p:txBody>
      </p:sp>
      <p:pic>
        <p:nvPicPr>
          <p:cNvPr id="4" name="Picture 3">
            <a:extLst>
              <a:ext uri="{FF2B5EF4-FFF2-40B4-BE49-F238E27FC236}">
                <a16:creationId xmlns:a16="http://schemas.microsoft.com/office/drawing/2014/main" id="{1F0F7558-7B93-586F-CB0D-74784EF63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25250" y="1233804"/>
            <a:ext cx="9147597" cy="5194931"/>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s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ygUAACoCAAB+HQAAygQAABAgAAAmAAAACAAAAP//////////"/>
              </a:ext>
            </a:extLst>
          </p:cNvSpPr>
          <p:nvPr/>
        </p:nvSpPr>
        <p:spPr>
          <a:xfrm>
            <a:off x="5123379" y="303530"/>
            <a:ext cx="2132330" cy="426720"/>
          </a:xfrm>
          <a:prstGeom prst="rect">
            <a:avLst/>
          </a:prstGeom>
          <a:noFill/>
          <a:ln>
            <a:noFill/>
          </a:ln>
          <a:effectLst/>
        </p:spPr>
        <p:txBody>
          <a:bodyPr vert="horz" wrap="square" numCol="1" spcCol="215900" anchor="t"/>
          <a:lstStyle/>
          <a:p>
            <a:pPr>
              <a:defRPr lang="en-us" sz="2200" b="1" u="sng" cap="none"/>
            </a:pPr>
            <a:r>
              <a:rPr lang="en-US" dirty="0"/>
              <a:t>All User Details</a:t>
            </a:r>
            <a:endParaRPr dirty="0"/>
          </a:p>
        </p:txBody>
      </p:sp>
      <p:pic>
        <p:nvPicPr>
          <p:cNvPr id="4" name="Picture 3">
            <a:extLst>
              <a:ext uri="{FF2B5EF4-FFF2-40B4-BE49-F238E27FC236}">
                <a16:creationId xmlns:a16="http://schemas.microsoft.com/office/drawing/2014/main" id="{459971BE-0ADD-EF8A-F650-AD5AC439BC8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778510"/>
            <a:ext cx="10187698" cy="5727700"/>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a:extLst>
              <a:ext uri="{FF2B5EF4-FFF2-40B4-BE49-F238E27FC236}">
                <a16:creationId xmlns:a16="http://schemas.microsoft.com/office/drawing/2014/main" id="{73205DED-F4A2-3F4E-7235-227C4F00312A}"/>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s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ygUAACoCAAB+HQAAygQAABAgAAAmAAAACAAAAP//////////"/>
              </a:ext>
            </a:extLst>
          </p:cNvSpPr>
          <p:nvPr/>
        </p:nvSpPr>
        <p:spPr>
          <a:xfrm>
            <a:off x="5029835" y="290830"/>
            <a:ext cx="2132330" cy="426720"/>
          </a:xfrm>
          <a:prstGeom prst="rect">
            <a:avLst/>
          </a:prstGeom>
          <a:noFill/>
          <a:ln>
            <a:noFill/>
          </a:ln>
          <a:effectLst/>
        </p:spPr>
        <p:txBody>
          <a:bodyPr vert="horz" wrap="square" numCol="1" spcCol="215900" anchor="t"/>
          <a:lstStyle/>
          <a:p>
            <a:pPr>
              <a:defRPr lang="en-us" sz="2200" b="1" u="sng" cap="none"/>
            </a:pPr>
            <a:r>
              <a:rPr lang="en-US" dirty="0"/>
              <a:t>Available Cars</a:t>
            </a:r>
            <a:endParaRPr dirty="0"/>
          </a:p>
        </p:txBody>
      </p:sp>
      <p:pic>
        <p:nvPicPr>
          <p:cNvPr id="5" name="Picture 4">
            <a:extLst>
              <a:ext uri="{FF2B5EF4-FFF2-40B4-BE49-F238E27FC236}">
                <a16:creationId xmlns:a16="http://schemas.microsoft.com/office/drawing/2014/main" id="{9B875B07-B17B-A769-1BE6-3ED6293411B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5923" y="778510"/>
            <a:ext cx="10167242" cy="5727700"/>
          </a:xfrm>
          <a:prstGeom prst="rect">
            <a:avLst/>
          </a:prstGeom>
          <a:noFill/>
          <a:ln w="9525">
            <a:noFill/>
          </a:ln>
        </p:spPr>
      </p:pic>
    </p:spTree>
    <p:extLst>
      <p:ext uri="{BB962C8B-B14F-4D97-AF65-F5344CB8AC3E}">
        <p14:creationId xmlns:p14="http://schemas.microsoft.com/office/powerpoint/2010/main" val="25069715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1">
            <a:extLst>
              <a:ext uri="{FF2B5EF4-FFF2-40B4-BE49-F238E27FC236}">
                <a16:creationId xmlns:a16="http://schemas.microsoft.com/office/drawing/2014/main" id="{77290266-7C6D-7D51-B77D-B8345D6E0E85}"/>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s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ygUAACoCAAB+HQAAygQAABAgAAAmAAAACAAAAP//////////"/>
              </a:ext>
            </a:extLst>
          </p:cNvSpPr>
          <p:nvPr/>
        </p:nvSpPr>
        <p:spPr>
          <a:xfrm>
            <a:off x="5277167" y="269239"/>
            <a:ext cx="1637665" cy="426720"/>
          </a:xfrm>
          <a:prstGeom prst="rect">
            <a:avLst/>
          </a:prstGeom>
          <a:noFill/>
          <a:ln>
            <a:noFill/>
          </a:ln>
          <a:effectLst/>
        </p:spPr>
        <p:txBody>
          <a:bodyPr vert="horz" wrap="square" numCol="1" spcCol="215900" anchor="t"/>
          <a:lstStyle/>
          <a:p>
            <a:pPr>
              <a:defRPr lang="en-us" sz="2200" b="1" u="sng" cap="none"/>
            </a:pPr>
            <a:r>
              <a:rPr lang="en-US" dirty="0"/>
              <a:t>Sell History</a:t>
            </a:r>
            <a:endParaRPr dirty="0"/>
          </a:p>
        </p:txBody>
      </p:sp>
      <p:pic>
        <p:nvPicPr>
          <p:cNvPr id="4" name="Picture 3">
            <a:extLst>
              <a:ext uri="{FF2B5EF4-FFF2-40B4-BE49-F238E27FC236}">
                <a16:creationId xmlns:a16="http://schemas.microsoft.com/office/drawing/2014/main" id="{06B04DEC-144F-31A9-8464-28C4CC7F75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5923" y="778510"/>
            <a:ext cx="10167242" cy="5727699"/>
          </a:xfrm>
          <a:prstGeom prst="rect">
            <a:avLst/>
          </a:prstGeom>
          <a:noFill/>
          <a:ln w="9525">
            <a:noFill/>
          </a:ln>
        </p:spPr>
      </p:pic>
    </p:spTree>
    <p:extLst>
      <p:ext uri="{BB962C8B-B14F-4D97-AF65-F5344CB8AC3E}">
        <p14:creationId xmlns:p14="http://schemas.microsoft.com/office/powerpoint/2010/main" val="22578158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A4BBA7-244B-D895-A904-E94F1ED12D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5923" y="778510"/>
            <a:ext cx="10167241" cy="5727699"/>
          </a:xfrm>
          <a:prstGeom prst="rect">
            <a:avLst/>
          </a:prstGeom>
          <a:noFill/>
          <a:ln w="9525">
            <a:noFill/>
          </a:ln>
        </p:spPr>
      </p:pic>
      <p:sp>
        <p:nvSpPr>
          <p:cNvPr id="4" name="Textbox1">
            <a:extLst>
              <a:ext uri="{FF2B5EF4-FFF2-40B4-BE49-F238E27FC236}">
                <a16:creationId xmlns:a16="http://schemas.microsoft.com/office/drawing/2014/main" id="{5B048845-D01B-4FAD-C7B0-F266D8CA6FED}"/>
              </a:ext>
            </a:extLst>
          </p:cNvPr>
          <p:cNvSpPr txBox="1">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EgAAAE8BAAAAkAAAAEgAAACQAAAASAAAAAAAAAAAAAAAAAAAAAEAAABQAAAAAAAAAAAA4D8AAAAAAADgPwAAAAAAAOA/AAAAAAAA4D8AAAAAAADgPwAAAAAAAOA/AAAAAAAA4D8AAAAAAADgPwAAAAAAAOA/AAAAAAAA4D8CAAAAjAAAAAAAAAAAAAAAmcs4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s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cs4Bf///wEAAAAAAAAAAAAAAAAAAAAAAAAAAAAAAAAAAAAAAAAAAAAAAAJ/f38A4t/MA8zMzADAwP8Af39/AAAAAAAAAAAAAAAAAAAAAAAAAAAAIQAAABgAAAAUAAAAygUAACoCAAB+HQAAygQAABAgAAAmAAAACAAAAP//////////"/>
              </a:ext>
            </a:extLst>
          </p:cNvSpPr>
          <p:nvPr/>
        </p:nvSpPr>
        <p:spPr>
          <a:xfrm>
            <a:off x="5370710" y="351790"/>
            <a:ext cx="1637665" cy="426720"/>
          </a:xfrm>
          <a:prstGeom prst="rect">
            <a:avLst/>
          </a:prstGeom>
          <a:noFill/>
          <a:ln>
            <a:noFill/>
          </a:ln>
          <a:effectLst/>
        </p:spPr>
        <p:txBody>
          <a:bodyPr vert="horz" wrap="square" numCol="1" spcCol="215900" anchor="t"/>
          <a:lstStyle/>
          <a:p>
            <a:pPr>
              <a:defRPr lang="en-us" sz="2200" b="1" u="sng" cap="none"/>
            </a:pPr>
            <a:r>
              <a:rPr lang="en-US" dirty="0"/>
              <a:t>Buy History</a:t>
            </a:r>
            <a:endParaRPr dirty="0"/>
          </a:p>
        </p:txBody>
      </p:sp>
    </p:spTree>
    <p:extLst>
      <p:ext uri="{BB962C8B-B14F-4D97-AF65-F5344CB8AC3E}">
        <p14:creationId xmlns:p14="http://schemas.microsoft.com/office/powerpoint/2010/main" val="10044645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23C949-F478-6C5C-48D5-B2F2E4DD1AE0}"/>
              </a:ext>
            </a:extLst>
          </p:cNvPr>
          <p:cNvSpPr txBox="1"/>
          <p:nvPr/>
        </p:nvSpPr>
        <p:spPr>
          <a:xfrm>
            <a:off x="721896" y="593558"/>
            <a:ext cx="10313770" cy="5300618"/>
          </a:xfrm>
          <a:prstGeom prst="rect">
            <a:avLst/>
          </a:prstGeom>
          <a:noFill/>
        </p:spPr>
        <p:txBody>
          <a:bodyPr wrap="square">
            <a:spAutoFit/>
          </a:bodyPr>
          <a:lstStyle/>
          <a:p>
            <a:pPr>
              <a:lnSpc>
                <a:spcPct val="150000"/>
              </a:lnSpc>
              <a:spcAft>
                <a:spcPts val="1000"/>
              </a:spcAft>
            </a:pPr>
            <a:r>
              <a:rPr lang="en-US" sz="2400" dirty="0">
                <a:effectLst/>
                <a:latin typeface="Times New Roman" panose="02020603050405020304" pitchFamily="18" charset="0"/>
                <a:ea typeface="Calibri" panose="020F0502020204030204" pitchFamily="34" charset="0"/>
              </a:rPr>
              <a:t>Conclusion </a:t>
            </a:r>
            <a:endParaRPr lang="en-US" sz="1600" dirty="0">
              <a:effectLst/>
              <a:latin typeface="Calibri" panose="020F0502020204030204" pitchFamily="34" charset="0"/>
              <a:ea typeface="Calibri" panose="020F0502020204030204" pitchFamily="34"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rPr>
              <a:t>   </a:t>
            </a:r>
            <a:r>
              <a:rPr lang="en-IN" sz="1800" dirty="0">
                <a:effectLst/>
                <a:latin typeface="Times New Roman" panose="02020603050405020304" pitchFamily="18" charset="0"/>
                <a:ea typeface="Calibri" panose="020F0502020204030204" pitchFamily="34" charset="0"/>
              </a:rPr>
              <a:t>A web-based application which is used for tracking sales, services, reports, leads, accounts maintenance through online for automobile dealers. Better analysis of dealership profitability through retail sales, service and parts analysis. The features included E-mail, SMS alerts, reports, sales, purchase details, transaction, leads and vehicle, and parts ordering through E-mail. DMS solution is designed for automotive industry, and it fully supports all business processes of vehicle dealers, workshops and service companies, used card traders, vehicle importers, and spare part traders. It is completely web-based solution, so it does not require at software to be installed on different branches. The scope of the project includes that what all future enhancements can be done in this system to make it more feasible to use: Databases for different products range and storage can be provided, multilingual support can be provided so that it can be understandable by the person of any language, more graphics can be added to make it more user-friendly and understandable, manage, and backup versions of documents online.</a:t>
            </a:r>
            <a:endParaRPr lang="en-US" sz="16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526940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06A3E8-661D-18B4-4355-9C7AEBF11837}"/>
              </a:ext>
            </a:extLst>
          </p:cNvPr>
          <p:cNvSpPr txBox="1"/>
          <p:nvPr/>
        </p:nvSpPr>
        <p:spPr>
          <a:xfrm>
            <a:off x="657725" y="159454"/>
            <a:ext cx="10377939" cy="4054123"/>
          </a:xfrm>
          <a:prstGeom prst="rect">
            <a:avLst/>
          </a:prstGeom>
          <a:noFill/>
        </p:spPr>
        <p:txBody>
          <a:bodyPr wrap="square">
            <a:spAutoFit/>
          </a:bodyPr>
          <a:lstStyle/>
          <a:p>
            <a:pPr>
              <a:lnSpc>
                <a:spcPct val="150000"/>
              </a:lnSpc>
              <a:spcAft>
                <a:spcPts val="1000"/>
              </a:spcAft>
            </a:pPr>
            <a:r>
              <a:rPr lang="en-US" sz="2400" dirty="0">
                <a:effectLst/>
                <a:latin typeface="Times New Roman" panose="02020603050405020304" pitchFamily="18" charset="0"/>
                <a:ea typeface="Calibri" panose="020F0502020204030204" pitchFamily="34" charset="0"/>
              </a:rPr>
              <a:t>Future Work</a:t>
            </a:r>
            <a:endParaRPr lang="en-US" sz="1600" dirty="0">
              <a:effectLst/>
              <a:latin typeface="Calibri" panose="020F0502020204030204" pitchFamily="34" charset="0"/>
              <a:ea typeface="Calibri" panose="020F0502020204030204" pitchFamily="34" charset="0"/>
            </a:endParaRPr>
          </a:p>
          <a:p>
            <a:pPr algn="just">
              <a:lnSpc>
                <a:spcPct val="150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rPr>
              <a:t>This system is developed such a way that additional enhancement can be done without much difficulty. The renovation of the project would increase the flexibility of the system. Also the features are provided in such a way that the system can also be made better and efficient functionality The programs were coded in an easier and more structured manner so that may further modifications may be incorporated easily. The processing time in this system is very lesser compared to existing system? This system has good flexibility of accommodating any more changes that might arise in the future also. In this system, data integrity is maintained and data redundancy is avoided and it increase system efficiency. The database is designed in such a way that it will be also helpful for enhancement of the system.</a:t>
            </a:r>
            <a:endParaRPr lang="en-US" sz="16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7122085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extLst>
              <a:ext uri="smNativeData">
                <pr:smNativeData xmlns="smNativeData" xmlns:pr="smNativeData" xmlns:p15="http://schemas.microsoft.com/office/powerpoint/2012/main" xmlns:p14="http://schemas.microsoft.com/office/powerpoint/2010/main" xmlns:mc="http://schemas.openxmlformats.org/markup-compatibility/2006" val="SMDATA_15_yo28YhMAAAAlAAAAZAAAAE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i38w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4t/MA8zMzADAwP8Af39/AAAAAAAAAAAAAAAAAAAAAAAAAAAAIQAAABgAAAAUAAAAzg0AAPUTAAAyPQAAlyEAABAgAAAmAAAACAAAAP//////////"/>
              </a:ext>
            </a:extLst>
          </p:cNvSpPr>
          <p:nvPr/>
        </p:nvSpPr>
        <p:spPr>
          <a:xfrm>
            <a:off x="2244090" y="3244215"/>
            <a:ext cx="7703820" cy="2216150"/>
          </a:xfrm>
          <a:prstGeom prst="rect">
            <a:avLst/>
          </a:prstGeom>
          <a:noFill/>
          <a:ln>
            <a:noFill/>
          </a:ln>
          <a:effectLst/>
        </p:spPr>
        <p:txBody>
          <a:bodyPr vert="horz" wrap="none" lIns="91440" tIns="45720" rIns="91440" bIns="45720" numCol="1" spcCol="215900" anchor="t"/>
          <a:lstStyle/>
          <a:p>
            <a:pPr algn="just">
              <a:defRPr lang="en-us"/>
            </a:pPr>
            <a:r>
              <a:rPr lang="en-us" sz="13800" cap="none">
                <a:solidFill>
                  <a:schemeClr val="accent1"/>
                </a:solidFill>
              </a:rPr>
              <a:t>Thank You</a:t>
            </a:r>
            <a:endParaRPr lang="en-in" sz="13800" cap="none">
              <a:solidFill>
                <a:schemeClr val="accent1"/>
              </a:solidFill>
            </a:endParaRPr>
          </a:p>
        </p:txBody>
      </p:sp>
    </p:spTree>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resentation">
      <a:majorFont>
        <a:latin typeface="Corbel"/>
        <a:ea typeface="Corbel"/>
        <a:cs typeface="Corbel"/>
      </a:majorFont>
      <a:minorFont>
        <a:latin typeface="Corbel"/>
        <a:ea typeface="Corbel"/>
        <a:cs typeface="Corbe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1796</Words>
  <Application>Microsoft Office PowerPoint</Application>
  <PresentationFormat>Widescreen</PresentationFormat>
  <Paragraphs>448</Paragraphs>
  <Slides>60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Calibri</vt:lpstr>
      <vt:lpstr>Corbel</vt:lpstr>
      <vt:lpstr>Courier New</vt:lpstr>
      <vt:lpstr>Times New Roman</vt:lpstr>
      <vt:lpstr>Times New Roman (Hebrew)</vt:lpstr>
      <vt:lpstr>Wingdings</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keywords/>
  <dc:description/>
  <cp:lastModifiedBy>Abrarali Sunasara</cp:lastModifiedBy>
  <cp:revision>82</cp:revision>
  <dcterms:created xsi:type="dcterms:W3CDTF">2022-06-27T05:08:01Z</dcterms:created>
  <dcterms:modified xsi:type="dcterms:W3CDTF">2024-05-11T16:57:23Z</dcterms:modified>
</cp:coreProperties>
</file>